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66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B792E46-8553-4DC3-B3A4-F8668272B0B7}" v="46" dt="2026-09-09T05:17:24.96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ddhika Harshitha Reddy" userId="b227607005b34ca1" providerId="LiveId" clId="{78F30295-E795-4A15-8F46-B351588C3FAF}"/>
    <pc:docChg chg="undo custSel modSld">
      <pc:chgData name="Maddhika Harshitha Reddy" userId="b227607005b34ca1" providerId="LiveId" clId="{78F30295-E795-4A15-8F46-B351588C3FAF}" dt="2026-09-09T05:17:24.969" v="507"/>
      <pc:docMkLst>
        <pc:docMk/>
      </pc:docMkLst>
      <pc:sldChg chg="addSp delSp modSp mod modTransition">
        <pc:chgData name="Maddhika Harshitha Reddy" userId="b227607005b34ca1" providerId="LiveId" clId="{78F30295-E795-4A15-8F46-B351588C3FAF}" dt="2026-09-09T05:17:05.009" v="503"/>
        <pc:sldMkLst>
          <pc:docMk/>
          <pc:sldMk cId="1549603046" sldId="256"/>
        </pc:sldMkLst>
        <pc:spChg chg="mod">
          <ac:chgData name="Maddhika Harshitha Reddy" userId="b227607005b34ca1" providerId="LiveId" clId="{78F30295-E795-4A15-8F46-B351588C3FAF}" dt="2026-09-02T15:06:48.231" v="0" actId="1076"/>
          <ac:spMkLst>
            <pc:docMk/>
            <pc:sldMk cId="1549603046" sldId="256"/>
            <ac:spMk id="4" creationId="{99D3851B-351F-4D6A-8639-6E25191EE102}"/>
          </ac:spMkLst>
        </pc:spChg>
        <pc:spChg chg="mod">
          <ac:chgData name="Maddhika Harshitha Reddy" userId="b227607005b34ca1" providerId="LiveId" clId="{78F30295-E795-4A15-8F46-B351588C3FAF}" dt="2026-09-02T15:07:05.557" v="4" actId="1076"/>
          <ac:spMkLst>
            <pc:docMk/>
            <pc:sldMk cId="1549603046" sldId="256"/>
            <ac:spMk id="5" creationId="{769919C2-2AF1-48FA-96B6-0FA6CFD6C993}"/>
          </ac:spMkLst>
        </pc:spChg>
        <pc:spChg chg="mod">
          <ac:chgData name="Maddhika Harshitha Reddy" userId="b227607005b34ca1" providerId="LiveId" clId="{78F30295-E795-4A15-8F46-B351588C3FAF}" dt="2026-09-09T04:01:21.945" v="51" actId="207"/>
          <ac:spMkLst>
            <pc:docMk/>
            <pc:sldMk cId="1549603046" sldId="256"/>
            <ac:spMk id="6" creationId="{42C57053-3574-40D1-99CA-41EE917B85B6}"/>
          </ac:spMkLst>
        </pc:spChg>
        <pc:spChg chg="del">
          <ac:chgData name="Maddhika Harshitha Reddy" userId="b227607005b34ca1" providerId="LiveId" clId="{78F30295-E795-4A15-8F46-B351588C3FAF}" dt="2026-09-09T04:08:58.537" v="210" actId="478"/>
          <ac:spMkLst>
            <pc:docMk/>
            <pc:sldMk cId="1549603046" sldId="256"/>
            <ac:spMk id="23" creationId="{2778F27B-9989-4A57-A9F1-B6BB4D14B7D6}"/>
          </ac:spMkLst>
        </pc:spChg>
        <pc:graphicFrameChg chg="add del mod modGraphic">
          <ac:chgData name="Maddhika Harshitha Reddy" userId="b227607005b34ca1" providerId="LiveId" clId="{78F30295-E795-4A15-8F46-B351588C3FAF}" dt="2026-09-09T03:58:46.381" v="32" actId="478"/>
          <ac:graphicFrameMkLst>
            <pc:docMk/>
            <pc:sldMk cId="1549603046" sldId="256"/>
            <ac:graphicFrameMk id="7" creationId="{73CBE1F9-2F87-C9BB-0322-CEF2204D90B2}"/>
          </ac:graphicFrameMkLst>
        </pc:graphicFrameChg>
        <pc:graphicFrameChg chg="add del mod">
          <ac:chgData name="Maddhika Harshitha Reddy" userId="b227607005b34ca1" providerId="LiveId" clId="{78F30295-E795-4A15-8F46-B351588C3FAF}" dt="2026-09-09T03:58:59.107" v="34" actId="478"/>
          <ac:graphicFrameMkLst>
            <pc:docMk/>
            <pc:sldMk cId="1549603046" sldId="256"/>
            <ac:graphicFrameMk id="8" creationId="{7E980D5A-49C4-4FAA-63CD-682B192F393A}"/>
          </ac:graphicFrameMkLst>
        </pc:graphicFrameChg>
      </pc:sldChg>
      <pc:sldChg chg="addSp delSp modSp mod modTransition">
        <pc:chgData name="Maddhika Harshitha Reddy" userId="b227607005b34ca1" providerId="LiveId" clId="{78F30295-E795-4A15-8F46-B351588C3FAF}" dt="2026-09-09T05:17:09.213" v="504"/>
        <pc:sldMkLst>
          <pc:docMk/>
          <pc:sldMk cId="141997651" sldId="257"/>
        </pc:sldMkLst>
        <pc:spChg chg="del">
          <ac:chgData name="Maddhika Harshitha Reddy" userId="b227607005b34ca1" providerId="LiveId" clId="{78F30295-E795-4A15-8F46-B351588C3FAF}" dt="2026-09-09T04:02:22.592" v="53" actId="478"/>
          <ac:spMkLst>
            <pc:docMk/>
            <pc:sldMk cId="141997651" sldId="257"/>
            <ac:spMk id="4" creationId="{7DEA7B7E-975D-4451-9D24-711E4731CECA}"/>
          </ac:spMkLst>
        </pc:spChg>
        <pc:spChg chg="del">
          <ac:chgData name="Maddhika Harshitha Reddy" userId="b227607005b34ca1" providerId="LiveId" clId="{78F30295-E795-4A15-8F46-B351588C3FAF}" dt="2026-09-09T04:08:52.305" v="209" actId="478"/>
          <ac:spMkLst>
            <pc:docMk/>
            <pc:sldMk cId="141997651" sldId="257"/>
            <ac:spMk id="5" creationId="{63A5F081-F29C-4AFD-9788-9251B84A124D}"/>
          </ac:spMkLst>
        </pc:spChg>
        <pc:spChg chg="del">
          <ac:chgData name="Maddhika Harshitha Reddy" userId="b227607005b34ca1" providerId="LiveId" clId="{78F30295-E795-4A15-8F46-B351588C3FAF}" dt="2026-09-09T04:09:33.059" v="213" actId="478"/>
          <ac:spMkLst>
            <pc:docMk/>
            <pc:sldMk cId="141997651" sldId="257"/>
            <ac:spMk id="8" creationId="{197F5037-8813-4514-9C50-5A03C0E674A3}"/>
          </ac:spMkLst>
        </pc:spChg>
        <pc:spChg chg="mod">
          <ac:chgData name="Maddhika Harshitha Reddy" userId="b227607005b34ca1" providerId="LiveId" clId="{78F30295-E795-4A15-8F46-B351588C3FAF}" dt="2026-09-09T04:09:59.960" v="217" actId="12"/>
          <ac:spMkLst>
            <pc:docMk/>
            <pc:sldMk cId="141997651" sldId="257"/>
            <ac:spMk id="9" creationId="{87ABEC91-D06F-4341-80D6-39DC1039248D}"/>
          </ac:spMkLst>
        </pc:spChg>
        <pc:spChg chg="del">
          <ac:chgData name="Maddhika Harshitha Reddy" userId="b227607005b34ca1" providerId="LiveId" clId="{78F30295-E795-4A15-8F46-B351588C3FAF}" dt="2026-09-09T04:09:36.410" v="214" actId="478"/>
          <ac:spMkLst>
            <pc:docMk/>
            <pc:sldMk cId="141997651" sldId="257"/>
            <ac:spMk id="10" creationId="{D37B8191-1558-4C58-B623-F7DF92FAA95B}"/>
          </ac:spMkLst>
        </pc:spChg>
        <pc:spChg chg="mod">
          <ac:chgData name="Maddhika Harshitha Reddy" userId="b227607005b34ca1" providerId="LiveId" clId="{78F30295-E795-4A15-8F46-B351588C3FAF}" dt="2026-09-09T04:10:06.542" v="218" actId="12"/>
          <ac:spMkLst>
            <pc:docMk/>
            <pc:sldMk cId="141997651" sldId="257"/>
            <ac:spMk id="11" creationId="{3F66CC12-1C1C-4A4E-9E1A-3634B0D9E6D2}"/>
          </ac:spMkLst>
        </pc:spChg>
        <pc:spChg chg="del">
          <ac:chgData name="Maddhika Harshitha Reddy" userId="b227607005b34ca1" providerId="LiveId" clId="{78F30295-E795-4A15-8F46-B351588C3FAF}" dt="2026-09-09T04:09:38.819" v="215" actId="478"/>
          <ac:spMkLst>
            <pc:docMk/>
            <pc:sldMk cId="141997651" sldId="257"/>
            <ac:spMk id="12" creationId="{4FAA41BC-428B-49B9-8C31-B9B8ED7BAD23}"/>
          </ac:spMkLst>
        </pc:spChg>
        <pc:spChg chg="mod">
          <ac:chgData name="Maddhika Harshitha Reddy" userId="b227607005b34ca1" providerId="LiveId" clId="{78F30295-E795-4A15-8F46-B351588C3FAF}" dt="2026-09-09T04:10:13.365" v="219" actId="12"/>
          <ac:spMkLst>
            <pc:docMk/>
            <pc:sldMk cId="141997651" sldId="257"/>
            <ac:spMk id="13" creationId="{A219A9AC-3019-4570-8648-2AC2D4A78299}"/>
          </ac:spMkLst>
        </pc:spChg>
        <pc:spChg chg="del">
          <ac:chgData name="Maddhika Harshitha Reddy" userId="b227607005b34ca1" providerId="LiveId" clId="{78F30295-E795-4A15-8F46-B351588C3FAF}" dt="2026-09-09T04:09:41.226" v="216" actId="478"/>
          <ac:spMkLst>
            <pc:docMk/>
            <pc:sldMk cId="141997651" sldId="257"/>
            <ac:spMk id="14" creationId="{82E6156A-0B08-4E89-8A85-5161BE4F8437}"/>
          </ac:spMkLst>
        </pc:spChg>
        <pc:spChg chg="mod">
          <ac:chgData name="Maddhika Harshitha Reddy" userId="b227607005b34ca1" providerId="LiveId" clId="{78F30295-E795-4A15-8F46-B351588C3FAF}" dt="2026-09-09T04:10:17.722" v="220" actId="12"/>
          <ac:spMkLst>
            <pc:docMk/>
            <pc:sldMk cId="141997651" sldId="257"/>
            <ac:spMk id="15" creationId="{4EEACF25-6652-4482-85B7-09D9C4DC16F3}"/>
          </ac:spMkLst>
        </pc:spChg>
        <pc:spChg chg="del">
          <ac:chgData name="Maddhika Harshitha Reddy" userId="b227607005b34ca1" providerId="LiveId" clId="{78F30295-E795-4A15-8F46-B351588C3FAF}" dt="2026-09-09T04:09:07.506" v="211" actId="478"/>
          <ac:spMkLst>
            <pc:docMk/>
            <pc:sldMk cId="141997651" sldId="257"/>
            <ac:spMk id="16" creationId="{7BCEE8B7-119E-48B6-AEBE-84B686673594}"/>
          </ac:spMkLst>
        </pc:spChg>
        <pc:spChg chg="del">
          <ac:chgData name="Maddhika Harshitha Reddy" userId="b227607005b34ca1" providerId="LiveId" clId="{78F30295-E795-4A15-8F46-B351588C3FAF}" dt="2026-09-09T04:10:37.193" v="221" actId="478"/>
          <ac:spMkLst>
            <pc:docMk/>
            <pc:sldMk cId="141997651" sldId="257"/>
            <ac:spMk id="17" creationId="{BB63A2BB-E67B-417A-91D7-B584BED585FB}"/>
          </ac:spMkLst>
        </pc:spChg>
        <pc:spChg chg="add del">
          <ac:chgData name="Maddhika Harshitha Reddy" userId="b227607005b34ca1" providerId="LiveId" clId="{78F30295-E795-4A15-8F46-B351588C3FAF}" dt="2026-09-09T04:11:13.851" v="230" actId="478"/>
          <ac:spMkLst>
            <pc:docMk/>
            <pc:sldMk cId="141997651" sldId="257"/>
            <ac:spMk id="18" creationId="{963E0B0C-39E8-483D-8239-4B3F8EF9E507}"/>
          </ac:spMkLst>
        </pc:spChg>
        <pc:spChg chg="add del mod">
          <ac:chgData name="Maddhika Harshitha Reddy" userId="b227607005b34ca1" providerId="LiveId" clId="{78F30295-E795-4A15-8F46-B351588C3FAF}" dt="2026-09-09T04:11:13.851" v="230" actId="478"/>
          <ac:spMkLst>
            <pc:docMk/>
            <pc:sldMk cId="141997651" sldId="257"/>
            <ac:spMk id="19" creationId="{8DCEAA6C-71E9-4BFC-A3C4-AE17335A46BC}"/>
          </ac:spMkLst>
        </pc:spChg>
        <pc:spChg chg="del">
          <ac:chgData name="Maddhika Harshitha Reddy" userId="b227607005b34ca1" providerId="LiveId" clId="{78F30295-E795-4A15-8F46-B351588C3FAF}" dt="2026-09-09T04:11:13.851" v="230" actId="478"/>
          <ac:spMkLst>
            <pc:docMk/>
            <pc:sldMk cId="141997651" sldId="257"/>
            <ac:spMk id="20" creationId="{D2D23641-7580-4BD2-A0A6-9271B60EC5C8}"/>
          </ac:spMkLst>
        </pc:spChg>
        <pc:spChg chg="add del">
          <ac:chgData name="Maddhika Harshitha Reddy" userId="b227607005b34ca1" providerId="LiveId" clId="{78F30295-E795-4A15-8F46-B351588C3FAF}" dt="2026-09-09T04:11:13.851" v="230" actId="478"/>
          <ac:spMkLst>
            <pc:docMk/>
            <pc:sldMk cId="141997651" sldId="257"/>
            <ac:spMk id="21" creationId="{2E71ED38-B44C-4FDF-A3FD-39F0773C260A}"/>
          </ac:spMkLst>
        </pc:spChg>
        <pc:spChg chg="add del mod">
          <ac:chgData name="Maddhika Harshitha Reddy" userId="b227607005b34ca1" providerId="LiveId" clId="{78F30295-E795-4A15-8F46-B351588C3FAF}" dt="2026-09-09T04:11:02.229" v="228" actId="6549"/>
          <ac:spMkLst>
            <pc:docMk/>
            <pc:sldMk cId="141997651" sldId="257"/>
            <ac:spMk id="22" creationId="{99FCA97D-967E-48DB-953B-305B7B63BA9C}"/>
          </ac:spMkLst>
        </pc:spChg>
        <pc:spChg chg="add del">
          <ac:chgData name="Maddhika Harshitha Reddy" userId="b227607005b34ca1" providerId="LiveId" clId="{78F30295-E795-4A15-8F46-B351588C3FAF}" dt="2026-09-09T04:11:13.851" v="230" actId="478"/>
          <ac:spMkLst>
            <pc:docMk/>
            <pc:sldMk cId="141997651" sldId="257"/>
            <ac:spMk id="23" creationId="{B6EE2748-86E9-4F3F-8807-5F1403A74D05}"/>
          </ac:spMkLst>
        </pc:spChg>
        <pc:spChg chg="add del">
          <ac:chgData name="Maddhika Harshitha Reddy" userId="b227607005b34ca1" providerId="LiveId" clId="{78F30295-E795-4A15-8F46-B351588C3FAF}" dt="2026-09-09T04:10:56.317" v="226" actId="478"/>
          <ac:spMkLst>
            <pc:docMk/>
            <pc:sldMk cId="141997651" sldId="257"/>
            <ac:spMk id="24" creationId="{9DE9DAAF-C691-4E89-9CCC-9F0727A66F29}"/>
          </ac:spMkLst>
        </pc:spChg>
        <pc:spChg chg="add del">
          <ac:chgData name="Maddhika Harshitha Reddy" userId="b227607005b34ca1" providerId="LiveId" clId="{78F30295-E795-4A15-8F46-B351588C3FAF}" dt="2026-09-09T04:11:13.851" v="230" actId="478"/>
          <ac:spMkLst>
            <pc:docMk/>
            <pc:sldMk cId="141997651" sldId="257"/>
            <ac:spMk id="25" creationId="{B26A968F-C94D-47C3-8F7A-0498721C5C7F}"/>
          </ac:spMkLst>
        </pc:spChg>
        <pc:spChg chg="add del">
          <ac:chgData name="Maddhika Harshitha Reddy" userId="b227607005b34ca1" providerId="LiveId" clId="{78F30295-E795-4A15-8F46-B351588C3FAF}" dt="2026-09-09T04:11:13.851" v="230" actId="478"/>
          <ac:spMkLst>
            <pc:docMk/>
            <pc:sldMk cId="141997651" sldId="257"/>
            <ac:spMk id="26" creationId="{BD189B46-EAEC-429E-B7CD-630E5C4B7801}"/>
          </ac:spMkLst>
        </pc:spChg>
        <pc:spChg chg="add del">
          <ac:chgData name="Maddhika Harshitha Reddy" userId="b227607005b34ca1" providerId="LiveId" clId="{78F30295-E795-4A15-8F46-B351588C3FAF}" dt="2026-09-09T04:11:13.851" v="230" actId="478"/>
          <ac:spMkLst>
            <pc:docMk/>
            <pc:sldMk cId="141997651" sldId="257"/>
            <ac:spMk id="27" creationId="{512CEBDB-05CD-497D-B905-4B191EEE855C}"/>
          </ac:spMkLst>
        </pc:spChg>
        <pc:spChg chg="add del">
          <ac:chgData name="Maddhika Harshitha Reddy" userId="b227607005b34ca1" providerId="LiveId" clId="{78F30295-E795-4A15-8F46-B351588C3FAF}" dt="2026-09-09T04:11:13.851" v="230" actId="478"/>
          <ac:spMkLst>
            <pc:docMk/>
            <pc:sldMk cId="141997651" sldId="257"/>
            <ac:spMk id="28" creationId="{07C35431-CB6C-4AA1-B3FC-842A483EB979}"/>
          </ac:spMkLst>
        </pc:spChg>
        <pc:spChg chg="add del">
          <ac:chgData name="Maddhika Harshitha Reddy" userId="b227607005b34ca1" providerId="LiveId" clId="{78F30295-E795-4A15-8F46-B351588C3FAF}" dt="2026-09-09T04:11:13.851" v="230" actId="478"/>
          <ac:spMkLst>
            <pc:docMk/>
            <pc:sldMk cId="141997651" sldId="257"/>
            <ac:spMk id="29" creationId="{8DEEC746-B01A-4DEB-B5FE-3ADF48F26A8E}"/>
          </ac:spMkLst>
        </pc:spChg>
        <pc:spChg chg="del">
          <ac:chgData name="Maddhika Harshitha Reddy" userId="b227607005b34ca1" providerId="LiveId" clId="{78F30295-E795-4A15-8F46-B351588C3FAF}" dt="2026-09-09T04:09:09.100" v="212" actId="478"/>
          <ac:spMkLst>
            <pc:docMk/>
            <pc:sldMk cId="141997651" sldId="257"/>
            <ac:spMk id="30" creationId="{BAC42A8A-256C-483C-BDD7-5DF299DF3001}"/>
          </ac:spMkLst>
        </pc:spChg>
        <pc:spChg chg="mod">
          <ac:chgData name="Maddhika Harshitha Reddy" userId="b227607005b34ca1" providerId="LiveId" clId="{78F30295-E795-4A15-8F46-B351588C3FAF}" dt="2026-09-09T04:33:27.913" v="373" actId="20577"/>
          <ac:spMkLst>
            <pc:docMk/>
            <pc:sldMk cId="141997651" sldId="257"/>
            <ac:spMk id="31" creationId="{1489B989-D68A-482A-A5B6-D2307F829842}"/>
          </ac:spMkLst>
        </pc:spChg>
        <pc:spChg chg="mod">
          <ac:chgData name="Maddhika Harshitha Reddy" userId="b227607005b34ca1" providerId="LiveId" clId="{78F30295-E795-4A15-8F46-B351588C3FAF}" dt="2026-09-09T04:33:30.902" v="375" actId="20577"/>
          <ac:spMkLst>
            <pc:docMk/>
            <pc:sldMk cId="141997651" sldId="257"/>
            <ac:spMk id="32" creationId="{A7C5AF39-6828-4A06-9F4C-F15AF3BBB848}"/>
          </ac:spMkLst>
        </pc:spChg>
        <pc:spChg chg="del">
          <ac:chgData name="Maddhika Harshitha Reddy" userId="b227607005b34ca1" providerId="LiveId" clId="{78F30295-E795-4A15-8F46-B351588C3FAF}" dt="2026-09-09T04:02:17.810" v="52" actId="478"/>
          <ac:spMkLst>
            <pc:docMk/>
            <pc:sldMk cId="141997651" sldId="257"/>
            <ac:spMk id="33" creationId="{4A6557D6-FE8A-4B71-8D1F-4CF28E2086D6}"/>
          </ac:spMkLst>
        </pc:spChg>
        <pc:spChg chg="add del mod">
          <ac:chgData name="Maddhika Harshitha Reddy" userId="b227607005b34ca1" providerId="LiveId" clId="{78F30295-E795-4A15-8F46-B351588C3FAF}" dt="2026-09-09T04:11:28.509" v="248"/>
          <ac:spMkLst>
            <pc:docMk/>
            <pc:sldMk cId="141997651" sldId="257"/>
            <ac:spMk id="34" creationId="{2EDE73B6-B2A3-9DB7-3FED-23AE600217E5}"/>
          </ac:spMkLst>
        </pc:spChg>
        <pc:spChg chg="add del mod">
          <ac:chgData name="Maddhika Harshitha Reddy" userId="b227607005b34ca1" providerId="LiveId" clId="{78F30295-E795-4A15-8F46-B351588C3FAF}" dt="2026-09-09T04:33:20.993" v="360" actId="478"/>
          <ac:spMkLst>
            <pc:docMk/>
            <pc:sldMk cId="141997651" sldId="257"/>
            <ac:spMk id="35" creationId="{65C3AC75-E684-36AA-A135-817F1E460BE5}"/>
          </ac:spMkLst>
        </pc:spChg>
        <pc:spChg chg="add del mod">
          <ac:chgData name="Maddhika Harshitha Reddy" userId="b227607005b34ca1" providerId="LiveId" clId="{78F30295-E795-4A15-8F46-B351588C3FAF}" dt="2026-09-09T04:13:01.906" v="282"/>
          <ac:spMkLst>
            <pc:docMk/>
            <pc:sldMk cId="141997651" sldId="257"/>
            <ac:spMk id="36" creationId="{0710EF39-33A4-E49F-DEED-222388DC97AB}"/>
          </ac:spMkLst>
        </pc:spChg>
        <pc:spChg chg="add del mod">
          <ac:chgData name="Maddhika Harshitha Reddy" userId="b227607005b34ca1" providerId="LiveId" clId="{78F30295-E795-4A15-8F46-B351588C3FAF}" dt="2026-09-09T04:13:15.972" v="288"/>
          <ac:spMkLst>
            <pc:docMk/>
            <pc:sldMk cId="141997651" sldId="257"/>
            <ac:spMk id="37" creationId="{09FAF0E0-2A1D-F140-49FD-63B0389D180F}"/>
          </ac:spMkLst>
        </pc:spChg>
      </pc:sldChg>
      <pc:sldChg chg="addSp delSp modSp mod modTransition">
        <pc:chgData name="Maddhika Harshitha Reddy" userId="b227607005b34ca1" providerId="LiveId" clId="{78F30295-E795-4A15-8F46-B351588C3FAF}" dt="2026-09-09T05:16:58.045" v="502"/>
        <pc:sldMkLst>
          <pc:docMk/>
          <pc:sldMk cId="216753073" sldId="258"/>
        </pc:sldMkLst>
        <pc:spChg chg="del">
          <ac:chgData name="Maddhika Harshitha Reddy" userId="b227607005b34ca1" providerId="LiveId" clId="{78F30295-E795-4A15-8F46-B351588C3FAF}" dt="2026-09-09T04:02:29.812" v="55" actId="478"/>
          <ac:spMkLst>
            <pc:docMk/>
            <pc:sldMk cId="216753073" sldId="258"/>
            <ac:spMk id="4" creationId="{FF4E09E0-F03E-413F-BE36-9AE14F193237}"/>
          </ac:spMkLst>
        </pc:spChg>
        <pc:spChg chg="add del mod">
          <ac:chgData name="Maddhika Harshitha Reddy" userId="b227607005b34ca1" providerId="LiveId" clId="{78F30295-E795-4A15-8F46-B351588C3FAF}" dt="2026-09-09T05:07:44.475" v="483"/>
          <ac:spMkLst>
            <pc:docMk/>
            <pc:sldMk cId="216753073" sldId="258"/>
            <ac:spMk id="5" creationId="{55DF659C-1D7D-8BF7-5F08-47F45389D223}"/>
          </ac:spMkLst>
        </pc:spChg>
        <pc:spChg chg="del">
          <ac:chgData name="Maddhika Harshitha Reddy" userId="b227607005b34ca1" providerId="LiveId" clId="{78F30295-E795-4A15-8F46-B351588C3FAF}" dt="2026-09-09T04:08:42.616" v="207" actId="478"/>
          <ac:spMkLst>
            <pc:docMk/>
            <pc:sldMk cId="216753073" sldId="258"/>
            <ac:spMk id="5" creationId="{717977DF-7413-46E5-9BD9-CBDDCBD9BE03}"/>
          </ac:spMkLst>
        </pc:spChg>
        <pc:spChg chg="del">
          <ac:chgData name="Maddhika Harshitha Reddy" userId="b227607005b34ca1" providerId="LiveId" clId="{78F30295-E795-4A15-8F46-B351588C3FAF}" dt="2026-09-09T04:39:43.026" v="457" actId="478"/>
          <ac:spMkLst>
            <pc:docMk/>
            <pc:sldMk cId="216753073" sldId="258"/>
            <ac:spMk id="8" creationId="{5BE458BE-6306-4E27-A29B-448551881534}"/>
          </ac:spMkLst>
        </pc:spChg>
        <pc:spChg chg="mod">
          <ac:chgData name="Maddhika Harshitha Reddy" userId="b227607005b34ca1" providerId="LiveId" clId="{78F30295-E795-4A15-8F46-B351588C3FAF}" dt="2026-09-09T04:40:04.215" v="463" actId="12"/>
          <ac:spMkLst>
            <pc:docMk/>
            <pc:sldMk cId="216753073" sldId="258"/>
            <ac:spMk id="9" creationId="{4A02583F-94CC-469B-8B5D-08261A174187}"/>
          </ac:spMkLst>
        </pc:spChg>
        <pc:spChg chg="del">
          <ac:chgData name="Maddhika Harshitha Reddy" userId="b227607005b34ca1" providerId="LiveId" clId="{78F30295-E795-4A15-8F46-B351588C3FAF}" dt="2026-09-09T04:39:47.199" v="458" actId="478"/>
          <ac:spMkLst>
            <pc:docMk/>
            <pc:sldMk cId="216753073" sldId="258"/>
            <ac:spMk id="10" creationId="{D55B36DA-FD3A-451E-95C1-FA46E6749AA6}"/>
          </ac:spMkLst>
        </pc:spChg>
        <pc:spChg chg="mod">
          <ac:chgData name="Maddhika Harshitha Reddy" userId="b227607005b34ca1" providerId="LiveId" clId="{78F30295-E795-4A15-8F46-B351588C3FAF}" dt="2026-09-09T04:40:10.324" v="464" actId="12"/>
          <ac:spMkLst>
            <pc:docMk/>
            <pc:sldMk cId="216753073" sldId="258"/>
            <ac:spMk id="11" creationId="{532B5DA7-B10D-4F24-B1D9-FC08A118E427}"/>
          </ac:spMkLst>
        </pc:spChg>
        <pc:spChg chg="del">
          <ac:chgData name="Maddhika Harshitha Reddy" userId="b227607005b34ca1" providerId="LiveId" clId="{78F30295-E795-4A15-8F46-B351588C3FAF}" dt="2026-09-09T04:39:49.273" v="459" actId="478"/>
          <ac:spMkLst>
            <pc:docMk/>
            <pc:sldMk cId="216753073" sldId="258"/>
            <ac:spMk id="12" creationId="{9235557E-A784-4143-9CF0-CA7196EE23FD}"/>
          </ac:spMkLst>
        </pc:spChg>
        <pc:spChg chg="mod">
          <ac:chgData name="Maddhika Harshitha Reddy" userId="b227607005b34ca1" providerId="LiveId" clId="{78F30295-E795-4A15-8F46-B351588C3FAF}" dt="2026-09-09T04:40:15.432" v="465" actId="12"/>
          <ac:spMkLst>
            <pc:docMk/>
            <pc:sldMk cId="216753073" sldId="258"/>
            <ac:spMk id="13" creationId="{F960000A-AFB4-4801-BEA6-2A04875279FF}"/>
          </ac:spMkLst>
        </pc:spChg>
        <pc:spChg chg="del">
          <ac:chgData name="Maddhika Harshitha Reddy" userId="b227607005b34ca1" providerId="LiveId" clId="{78F30295-E795-4A15-8F46-B351588C3FAF}" dt="2026-09-09T04:39:58.559" v="462" actId="478"/>
          <ac:spMkLst>
            <pc:docMk/>
            <pc:sldMk cId="216753073" sldId="258"/>
            <ac:spMk id="14" creationId="{A90DF86D-094A-4454-AB29-3512BDF7A260}"/>
          </ac:spMkLst>
        </pc:spChg>
        <pc:spChg chg="add del mod">
          <ac:chgData name="Maddhika Harshitha Reddy" userId="b227607005b34ca1" providerId="LiveId" clId="{78F30295-E795-4A15-8F46-B351588C3FAF}" dt="2026-09-09T04:40:23.543" v="467" actId="12"/>
          <ac:spMkLst>
            <pc:docMk/>
            <pc:sldMk cId="216753073" sldId="258"/>
            <ac:spMk id="15" creationId="{5F0B71F7-9A9F-4788-8067-7327EC7A0BDD}"/>
          </ac:spMkLst>
        </pc:spChg>
        <pc:spChg chg="add del">
          <ac:chgData name="Maddhika Harshitha Reddy" userId="b227607005b34ca1" providerId="LiveId" clId="{78F30295-E795-4A15-8F46-B351588C3FAF}" dt="2026-09-09T04:08:32.916" v="206" actId="478"/>
          <ac:spMkLst>
            <pc:docMk/>
            <pc:sldMk cId="216753073" sldId="258"/>
            <ac:spMk id="17" creationId="{EF9594CD-EE03-459E-977A-C154C874FA98}"/>
          </ac:spMkLst>
        </pc:spChg>
        <pc:spChg chg="del">
          <ac:chgData name="Maddhika Harshitha Reddy" userId="b227607005b34ca1" providerId="LiveId" clId="{78F30295-E795-4A15-8F46-B351588C3FAF}" dt="2026-09-09T04:16:07.240" v="289" actId="478"/>
          <ac:spMkLst>
            <pc:docMk/>
            <pc:sldMk cId="216753073" sldId="258"/>
            <ac:spMk id="18" creationId="{24EBE4BD-92EC-4C94-8F2F-21035C18CF50}"/>
          </ac:spMkLst>
        </pc:spChg>
        <pc:spChg chg="del">
          <ac:chgData name="Maddhika Harshitha Reddy" userId="b227607005b34ca1" providerId="LiveId" clId="{78F30295-E795-4A15-8F46-B351588C3FAF}" dt="2026-09-09T04:16:07.240" v="289" actId="478"/>
          <ac:spMkLst>
            <pc:docMk/>
            <pc:sldMk cId="216753073" sldId="258"/>
            <ac:spMk id="19" creationId="{06A2979F-8922-4FF4-9DA8-7D9CC482613D}"/>
          </ac:spMkLst>
        </pc:spChg>
        <pc:spChg chg="del">
          <ac:chgData name="Maddhika Harshitha Reddy" userId="b227607005b34ca1" providerId="LiveId" clId="{78F30295-E795-4A15-8F46-B351588C3FAF}" dt="2026-09-09T04:16:07.240" v="289" actId="478"/>
          <ac:spMkLst>
            <pc:docMk/>
            <pc:sldMk cId="216753073" sldId="258"/>
            <ac:spMk id="22" creationId="{4239A897-1B8F-4A18-90BD-5835A8B94FDF}"/>
          </ac:spMkLst>
        </pc:spChg>
        <pc:spChg chg="del">
          <ac:chgData name="Maddhika Harshitha Reddy" userId="b227607005b34ca1" providerId="LiveId" clId="{78F30295-E795-4A15-8F46-B351588C3FAF}" dt="2026-09-09T04:16:07.240" v="289" actId="478"/>
          <ac:spMkLst>
            <pc:docMk/>
            <pc:sldMk cId="216753073" sldId="258"/>
            <ac:spMk id="24" creationId="{4227D288-C549-488B-AA5C-C1AC94235B02}"/>
          </ac:spMkLst>
        </pc:spChg>
        <pc:spChg chg="del">
          <ac:chgData name="Maddhika Harshitha Reddy" userId="b227607005b34ca1" providerId="LiveId" clId="{78F30295-E795-4A15-8F46-B351588C3FAF}" dt="2026-09-09T04:16:07.240" v="289" actId="478"/>
          <ac:spMkLst>
            <pc:docMk/>
            <pc:sldMk cId="216753073" sldId="258"/>
            <ac:spMk id="26" creationId="{F2BA0B77-3D3C-429E-8A74-8BBC4C268396}"/>
          </ac:spMkLst>
        </pc:spChg>
        <pc:spChg chg="del">
          <ac:chgData name="Maddhika Harshitha Reddy" userId="b227607005b34ca1" providerId="LiveId" clId="{78F30295-E795-4A15-8F46-B351588C3FAF}" dt="2026-09-09T04:16:07.240" v="289" actId="478"/>
          <ac:spMkLst>
            <pc:docMk/>
            <pc:sldMk cId="216753073" sldId="258"/>
            <ac:spMk id="29" creationId="{3A6C4E6B-5631-4218-A88B-D19B6AFA41EC}"/>
          </ac:spMkLst>
        </pc:spChg>
        <pc:spChg chg="del">
          <ac:chgData name="Maddhika Harshitha Reddy" userId="b227607005b34ca1" providerId="LiveId" clId="{78F30295-E795-4A15-8F46-B351588C3FAF}" dt="2026-09-09T04:16:07.240" v="289" actId="478"/>
          <ac:spMkLst>
            <pc:docMk/>
            <pc:sldMk cId="216753073" sldId="258"/>
            <ac:spMk id="30" creationId="{DBDB20CA-ABE7-4417-9D9B-23095BCFDF40}"/>
          </ac:spMkLst>
        </pc:spChg>
        <pc:spChg chg="del">
          <ac:chgData name="Maddhika Harshitha Reddy" userId="b227607005b34ca1" providerId="LiveId" clId="{78F30295-E795-4A15-8F46-B351588C3FAF}" dt="2026-09-09T04:16:07.240" v="289" actId="478"/>
          <ac:spMkLst>
            <pc:docMk/>
            <pc:sldMk cId="216753073" sldId="258"/>
            <ac:spMk id="31" creationId="{83FF871E-39D6-4532-8081-E5F1B4FEF04B}"/>
          </ac:spMkLst>
        </pc:spChg>
        <pc:spChg chg="del">
          <ac:chgData name="Maddhika Harshitha Reddy" userId="b227607005b34ca1" providerId="LiveId" clId="{78F30295-E795-4A15-8F46-B351588C3FAF}" dt="2026-09-09T04:16:07.240" v="289" actId="478"/>
          <ac:spMkLst>
            <pc:docMk/>
            <pc:sldMk cId="216753073" sldId="258"/>
            <ac:spMk id="33" creationId="{067FCA4D-C96B-4A11-802A-89D2EEB82D10}"/>
          </ac:spMkLst>
        </pc:spChg>
        <pc:spChg chg="del">
          <ac:chgData name="Maddhika Harshitha Reddy" userId="b227607005b34ca1" providerId="LiveId" clId="{78F30295-E795-4A15-8F46-B351588C3FAF}" dt="2026-09-09T04:16:07.240" v="289" actId="478"/>
          <ac:spMkLst>
            <pc:docMk/>
            <pc:sldMk cId="216753073" sldId="258"/>
            <ac:spMk id="39" creationId="{E4FBA477-2BE2-4CAC-B811-11A2549ACE7C}"/>
          </ac:spMkLst>
        </pc:spChg>
        <pc:spChg chg="del mod">
          <ac:chgData name="Maddhika Harshitha Reddy" userId="b227607005b34ca1" providerId="LiveId" clId="{78F30295-E795-4A15-8F46-B351588C3FAF}" dt="2026-09-09T04:08:46.341" v="208" actId="478"/>
          <ac:spMkLst>
            <pc:docMk/>
            <pc:sldMk cId="216753073" sldId="258"/>
            <ac:spMk id="41" creationId="{F14363F1-FF16-4D88-835A-6CB79602FA28}"/>
          </ac:spMkLst>
        </pc:spChg>
        <pc:picChg chg="add mod">
          <ac:chgData name="Maddhika Harshitha Reddy" userId="b227607005b34ca1" providerId="LiveId" clId="{78F30295-E795-4A15-8F46-B351588C3FAF}" dt="2026-09-09T05:11:10.412" v="492" actId="14100"/>
          <ac:picMkLst>
            <pc:docMk/>
            <pc:sldMk cId="216753073" sldId="258"/>
            <ac:picMk id="8" creationId="{CDFEEC4D-5798-04A0-F8B6-FD9897D56379}"/>
          </ac:picMkLst>
        </pc:picChg>
      </pc:sldChg>
      <pc:sldChg chg="addSp delSp modSp mod modTransition">
        <pc:chgData name="Maddhika Harshitha Reddy" userId="b227607005b34ca1" providerId="LiveId" clId="{78F30295-E795-4A15-8F46-B351588C3FAF}" dt="2026-09-09T05:17:13.710" v="505"/>
        <pc:sldMkLst>
          <pc:docMk/>
          <pc:sldMk cId="829480555" sldId="259"/>
        </pc:sldMkLst>
        <pc:spChg chg="del">
          <ac:chgData name="Maddhika Harshitha Reddy" userId="b227607005b34ca1" providerId="LiveId" clId="{78F30295-E795-4A15-8F46-B351588C3FAF}" dt="2026-09-09T04:02:43.780" v="58" actId="478"/>
          <ac:spMkLst>
            <pc:docMk/>
            <pc:sldMk cId="829480555" sldId="259"/>
            <ac:spMk id="4" creationId="{A0BEF516-1FB2-413C-996A-E211282A5DC0}"/>
          </ac:spMkLst>
        </pc:spChg>
        <pc:spChg chg="mod">
          <ac:chgData name="Maddhika Harshitha Reddy" userId="b227607005b34ca1" providerId="LiveId" clId="{78F30295-E795-4A15-8F46-B351588C3FAF}" dt="2026-09-09T04:16:26.353" v="328" actId="20577"/>
          <ac:spMkLst>
            <pc:docMk/>
            <pc:sldMk cId="829480555" sldId="259"/>
            <ac:spMk id="5" creationId="{18ED335F-110F-438B-9D92-ACF8F79D8DDE}"/>
          </ac:spMkLst>
        </pc:spChg>
        <pc:spChg chg="add del mod">
          <ac:chgData name="Maddhika Harshitha Reddy" userId="b227607005b34ca1" providerId="LiveId" clId="{78F30295-E795-4A15-8F46-B351588C3FAF}" dt="2026-09-09T04:18:08.914" v="340" actId="1076"/>
          <ac:spMkLst>
            <pc:docMk/>
            <pc:sldMk cId="829480555" sldId="259"/>
            <ac:spMk id="7" creationId="{04C71FB0-1750-4302-B545-363BF9435016}"/>
          </ac:spMkLst>
        </pc:spChg>
        <pc:spChg chg="del mod">
          <ac:chgData name="Maddhika Harshitha Reddy" userId="b227607005b34ca1" providerId="LiveId" clId="{78F30295-E795-4A15-8F46-B351588C3FAF}" dt="2026-09-09T04:18:19.298" v="343" actId="478"/>
          <ac:spMkLst>
            <pc:docMk/>
            <pc:sldMk cId="829480555" sldId="259"/>
            <ac:spMk id="8" creationId="{0CC664C4-FFB5-4789-A593-5BCA539035FD}"/>
          </ac:spMkLst>
        </pc:spChg>
        <pc:spChg chg="del">
          <ac:chgData name="Maddhika Harshitha Reddy" userId="b227607005b34ca1" providerId="LiveId" clId="{78F30295-E795-4A15-8F46-B351588C3FAF}" dt="2026-09-09T04:18:06.145" v="339" actId="478"/>
          <ac:spMkLst>
            <pc:docMk/>
            <pc:sldMk cId="829480555" sldId="259"/>
            <ac:spMk id="13" creationId="{953F59E3-A65E-48A5-ACC1-71531FD511EF}"/>
          </ac:spMkLst>
        </pc:spChg>
        <pc:spChg chg="del">
          <ac:chgData name="Maddhika Harshitha Reddy" userId="b227607005b34ca1" providerId="LiveId" clId="{78F30295-E795-4A15-8F46-B351588C3FAF}" dt="2026-09-09T04:18:19.298" v="343" actId="478"/>
          <ac:spMkLst>
            <pc:docMk/>
            <pc:sldMk cId="829480555" sldId="259"/>
            <ac:spMk id="18" creationId="{B75DB2A9-9A53-43AC-B45C-64A5DDF23265}"/>
          </ac:spMkLst>
        </pc:spChg>
        <pc:spChg chg="del">
          <ac:chgData name="Maddhika Harshitha Reddy" userId="b227607005b34ca1" providerId="LiveId" clId="{78F30295-E795-4A15-8F46-B351588C3FAF}" dt="2026-09-09T04:18:06.145" v="339" actId="478"/>
          <ac:spMkLst>
            <pc:docMk/>
            <pc:sldMk cId="829480555" sldId="259"/>
            <ac:spMk id="20" creationId="{1C80CDE4-BC1E-4812-9EF1-5F80CB1B3D1D}"/>
          </ac:spMkLst>
        </pc:spChg>
        <pc:spChg chg="del">
          <ac:chgData name="Maddhika Harshitha Reddy" userId="b227607005b34ca1" providerId="LiveId" clId="{78F30295-E795-4A15-8F46-B351588C3FAF}" dt="2026-09-09T04:18:19.298" v="343" actId="478"/>
          <ac:spMkLst>
            <pc:docMk/>
            <pc:sldMk cId="829480555" sldId="259"/>
            <ac:spMk id="28" creationId="{8C7DB26A-C9F4-42DA-944E-461DF382869F}"/>
          </ac:spMkLst>
        </pc:spChg>
        <pc:spChg chg="del">
          <ac:chgData name="Maddhika Harshitha Reddy" userId="b227607005b34ca1" providerId="LiveId" clId="{78F30295-E795-4A15-8F46-B351588C3FAF}" dt="2026-09-09T04:18:06.145" v="339" actId="478"/>
          <ac:spMkLst>
            <pc:docMk/>
            <pc:sldMk cId="829480555" sldId="259"/>
            <ac:spMk id="31" creationId="{63AC4AFA-D922-4581-B08B-810C22335F3A}"/>
          </ac:spMkLst>
        </pc:spChg>
        <pc:spChg chg="del">
          <ac:chgData name="Maddhika Harshitha Reddy" userId="b227607005b34ca1" providerId="LiveId" clId="{78F30295-E795-4A15-8F46-B351588C3FAF}" dt="2026-09-09T04:18:19.298" v="343" actId="478"/>
          <ac:spMkLst>
            <pc:docMk/>
            <pc:sldMk cId="829480555" sldId="259"/>
            <ac:spMk id="37" creationId="{E56C1C58-389B-4FEC-92E7-94B64693575D}"/>
          </ac:spMkLst>
        </pc:spChg>
        <pc:spChg chg="del">
          <ac:chgData name="Maddhika Harshitha Reddy" userId="b227607005b34ca1" providerId="LiveId" clId="{78F30295-E795-4A15-8F46-B351588C3FAF}" dt="2026-09-09T04:18:19.298" v="343" actId="478"/>
          <ac:spMkLst>
            <pc:docMk/>
            <pc:sldMk cId="829480555" sldId="259"/>
            <ac:spMk id="38" creationId="{A1BD9F1A-E303-4258-B678-48F8456CC4A6}"/>
          </ac:spMkLst>
        </pc:spChg>
        <pc:spChg chg="mod">
          <ac:chgData name="Maddhika Harshitha Reddy" userId="b227607005b34ca1" providerId="LiveId" clId="{78F30295-E795-4A15-8F46-B351588C3FAF}" dt="2026-09-09T04:17:58.024" v="338" actId="1076"/>
          <ac:spMkLst>
            <pc:docMk/>
            <pc:sldMk cId="829480555" sldId="259"/>
            <ac:spMk id="67" creationId="{8EA1BD8D-60AB-4515-B8D3-F019D0AF76D2}"/>
          </ac:spMkLst>
        </pc:spChg>
        <pc:spChg chg="del">
          <ac:chgData name="Maddhika Harshitha Reddy" userId="b227607005b34ca1" providerId="LiveId" clId="{78F30295-E795-4A15-8F46-B351588C3FAF}" dt="2026-09-09T04:18:06.145" v="339" actId="478"/>
          <ac:spMkLst>
            <pc:docMk/>
            <pc:sldMk cId="829480555" sldId="259"/>
            <ac:spMk id="76" creationId="{FCDE47B9-0781-49A6-BCE7-79D5FC9FFBFF}"/>
          </ac:spMkLst>
        </pc:spChg>
        <pc:spChg chg="del">
          <ac:chgData name="Maddhika Harshitha Reddy" userId="b227607005b34ca1" providerId="LiveId" clId="{78F30295-E795-4A15-8F46-B351588C3FAF}" dt="2026-09-09T04:18:19.298" v="343" actId="478"/>
          <ac:spMkLst>
            <pc:docMk/>
            <pc:sldMk cId="829480555" sldId="259"/>
            <ac:spMk id="78" creationId="{9CAA54E2-9DD7-451D-A71A-6FC51AA33DFC}"/>
          </ac:spMkLst>
        </pc:spChg>
        <pc:spChg chg="del">
          <ac:chgData name="Maddhika Harshitha Reddy" userId="b227607005b34ca1" providerId="LiveId" clId="{78F30295-E795-4A15-8F46-B351588C3FAF}" dt="2026-09-09T04:18:06.145" v="339" actId="478"/>
          <ac:spMkLst>
            <pc:docMk/>
            <pc:sldMk cId="829480555" sldId="259"/>
            <ac:spMk id="84" creationId="{8C208D50-7A6A-4C22-8FE1-1C3FE5C06170}"/>
          </ac:spMkLst>
        </pc:spChg>
        <pc:spChg chg="del">
          <ac:chgData name="Maddhika Harshitha Reddy" userId="b227607005b34ca1" providerId="LiveId" clId="{78F30295-E795-4A15-8F46-B351588C3FAF}" dt="2026-09-09T04:18:19.298" v="343" actId="478"/>
          <ac:spMkLst>
            <pc:docMk/>
            <pc:sldMk cId="829480555" sldId="259"/>
            <ac:spMk id="98" creationId="{5A3460EB-B5B3-4405-9952-FDCBB80C38DD}"/>
          </ac:spMkLst>
        </pc:spChg>
        <pc:spChg chg="del">
          <ac:chgData name="Maddhika Harshitha Reddy" userId="b227607005b34ca1" providerId="LiveId" clId="{78F30295-E795-4A15-8F46-B351588C3FAF}" dt="2026-09-09T04:18:06.145" v="339" actId="478"/>
          <ac:spMkLst>
            <pc:docMk/>
            <pc:sldMk cId="829480555" sldId="259"/>
            <ac:spMk id="106" creationId="{A87BDBCF-A00E-4B52-BC0F-473C2C4A7FFA}"/>
          </ac:spMkLst>
        </pc:spChg>
        <pc:spChg chg="del">
          <ac:chgData name="Maddhika Harshitha Reddy" userId="b227607005b34ca1" providerId="LiveId" clId="{78F30295-E795-4A15-8F46-B351588C3FAF}" dt="2026-09-09T04:18:19.298" v="343" actId="478"/>
          <ac:spMkLst>
            <pc:docMk/>
            <pc:sldMk cId="829480555" sldId="259"/>
            <ac:spMk id="108" creationId="{38CD74D6-93A1-4313-83DD-A652B901F117}"/>
          </ac:spMkLst>
        </pc:spChg>
        <pc:spChg chg="del">
          <ac:chgData name="Maddhika Harshitha Reddy" userId="b227607005b34ca1" providerId="LiveId" clId="{78F30295-E795-4A15-8F46-B351588C3FAF}" dt="2026-09-09T04:18:19.298" v="343" actId="478"/>
          <ac:spMkLst>
            <pc:docMk/>
            <pc:sldMk cId="829480555" sldId="259"/>
            <ac:spMk id="118" creationId="{F18F6F92-2FBB-4E31-995E-649A799017E0}"/>
          </ac:spMkLst>
        </pc:spChg>
        <pc:spChg chg="del">
          <ac:chgData name="Maddhika Harshitha Reddy" userId="b227607005b34ca1" providerId="LiveId" clId="{78F30295-E795-4A15-8F46-B351588C3FAF}" dt="2026-09-09T04:18:06.145" v="339" actId="478"/>
          <ac:spMkLst>
            <pc:docMk/>
            <pc:sldMk cId="829480555" sldId="259"/>
            <ac:spMk id="129" creationId="{18F41FB2-BDBF-4D78-B08D-44AF32FCA9FF}"/>
          </ac:spMkLst>
        </pc:spChg>
        <pc:spChg chg="del">
          <ac:chgData name="Maddhika Harshitha Reddy" userId="b227607005b34ca1" providerId="LiveId" clId="{78F30295-E795-4A15-8F46-B351588C3FAF}" dt="2026-09-09T04:18:06.145" v="339" actId="478"/>
          <ac:spMkLst>
            <pc:docMk/>
            <pc:sldMk cId="829480555" sldId="259"/>
            <ac:spMk id="146" creationId="{771C3D44-0974-4A80-8CCE-01EB42BF1DCA}"/>
          </ac:spMkLst>
        </pc:spChg>
        <pc:spChg chg="del">
          <ac:chgData name="Maddhika Harshitha Reddy" userId="b227607005b34ca1" providerId="LiveId" clId="{78F30295-E795-4A15-8F46-B351588C3FAF}" dt="2026-09-09T04:18:19.298" v="343" actId="478"/>
          <ac:spMkLst>
            <pc:docMk/>
            <pc:sldMk cId="829480555" sldId="259"/>
            <ac:spMk id="148" creationId="{A5B75573-6567-41B6-BB64-86E560C5653B}"/>
          </ac:spMkLst>
        </pc:spChg>
        <pc:spChg chg="del">
          <ac:chgData name="Maddhika Harshitha Reddy" userId="b227607005b34ca1" providerId="LiveId" clId="{78F30295-E795-4A15-8F46-B351588C3FAF}" dt="2026-09-09T04:18:06.145" v="339" actId="478"/>
          <ac:spMkLst>
            <pc:docMk/>
            <pc:sldMk cId="829480555" sldId="259"/>
            <ac:spMk id="152" creationId="{712C77F9-10FD-4E46-9D0C-55BE14F2B6C5}"/>
          </ac:spMkLst>
        </pc:spChg>
        <pc:spChg chg="del">
          <ac:chgData name="Maddhika Harshitha Reddy" userId="b227607005b34ca1" providerId="LiveId" clId="{78F30295-E795-4A15-8F46-B351588C3FAF}" dt="2026-09-09T04:18:06.145" v="339" actId="478"/>
          <ac:spMkLst>
            <pc:docMk/>
            <pc:sldMk cId="829480555" sldId="259"/>
            <ac:spMk id="156" creationId="{AA23E48A-27DD-44CD-9592-80C250D58715}"/>
          </ac:spMkLst>
        </pc:spChg>
        <pc:spChg chg="mod">
          <ac:chgData name="Maddhika Harshitha Reddy" userId="b227607005b34ca1" providerId="LiveId" clId="{78F30295-E795-4A15-8F46-B351588C3FAF}" dt="2026-09-09T04:18:14.109" v="342" actId="1076"/>
          <ac:spMkLst>
            <pc:docMk/>
            <pc:sldMk cId="829480555" sldId="259"/>
            <ac:spMk id="168" creationId="{9D63CCDE-2B7A-4F5C-B2C3-938F41F39889}"/>
          </ac:spMkLst>
        </pc:spChg>
        <pc:spChg chg="del mod">
          <ac:chgData name="Maddhika Harshitha Reddy" userId="b227607005b34ca1" providerId="LiveId" clId="{78F30295-E795-4A15-8F46-B351588C3FAF}" dt="2026-09-09T04:17:36.524" v="332" actId="478"/>
          <ac:spMkLst>
            <pc:docMk/>
            <pc:sldMk cId="829480555" sldId="259"/>
            <ac:spMk id="177" creationId="{EC736701-8DD9-40D2-B2B2-D51909C8CBE8}"/>
          </ac:spMkLst>
        </pc:spChg>
        <pc:spChg chg="del">
          <ac:chgData name="Maddhika Harshitha Reddy" userId="b227607005b34ca1" providerId="LiveId" clId="{78F30295-E795-4A15-8F46-B351588C3FAF}" dt="2026-09-09T04:03:11.018" v="61" actId="478"/>
          <ac:spMkLst>
            <pc:docMk/>
            <pc:sldMk cId="829480555" sldId="259"/>
            <ac:spMk id="178" creationId="{70CC5973-8E9C-4BF2-85AD-37F519246E63}"/>
          </ac:spMkLst>
        </pc:spChg>
        <pc:spChg chg="del">
          <ac:chgData name="Maddhika Harshitha Reddy" userId="b227607005b34ca1" providerId="LiveId" clId="{78F30295-E795-4A15-8F46-B351588C3FAF}" dt="2026-09-09T04:17:49.539" v="333" actId="478"/>
          <ac:spMkLst>
            <pc:docMk/>
            <pc:sldMk cId="829480555" sldId="259"/>
            <ac:spMk id="179" creationId="{FAB71DBE-185D-4F0E-957F-AC9A4C35D6ED}"/>
          </ac:spMkLst>
        </pc:spChg>
        <pc:spChg chg="del">
          <ac:chgData name="Maddhika Harshitha Reddy" userId="b227607005b34ca1" providerId="LiveId" clId="{78F30295-E795-4A15-8F46-B351588C3FAF}" dt="2026-09-09T04:17:49.539" v="333" actId="478"/>
          <ac:spMkLst>
            <pc:docMk/>
            <pc:sldMk cId="829480555" sldId="259"/>
            <ac:spMk id="180" creationId="{10109152-0300-4622-8075-B918EE24870B}"/>
          </ac:spMkLst>
        </pc:spChg>
        <pc:spChg chg="del">
          <ac:chgData name="Maddhika Harshitha Reddy" userId="b227607005b34ca1" providerId="LiveId" clId="{78F30295-E795-4A15-8F46-B351588C3FAF}" dt="2026-09-09T04:08:15.560" v="204" actId="478"/>
          <ac:spMkLst>
            <pc:docMk/>
            <pc:sldMk cId="829480555" sldId="259"/>
            <ac:spMk id="181" creationId="{B8DBF80D-E28D-4829-B2DD-0E2E81887D20}"/>
          </ac:spMkLst>
        </pc:spChg>
        <pc:spChg chg="mod">
          <ac:chgData name="Maddhika Harshitha Reddy" userId="b227607005b34ca1" providerId="LiveId" clId="{78F30295-E795-4A15-8F46-B351588C3FAF}" dt="2026-09-09T04:17:23.827" v="329" actId="6549"/>
          <ac:spMkLst>
            <pc:docMk/>
            <pc:sldMk cId="829480555" sldId="259"/>
            <ac:spMk id="182" creationId="{2B265FF9-A2ED-4576-8C6C-E21EDD90A32A}"/>
          </ac:spMkLst>
        </pc:spChg>
        <pc:spChg chg="del">
          <ac:chgData name="Maddhika Harshitha Reddy" userId="b227607005b34ca1" providerId="LiveId" clId="{78F30295-E795-4A15-8F46-B351588C3FAF}" dt="2026-09-09T04:17:27.370" v="330" actId="478"/>
          <ac:spMkLst>
            <pc:docMk/>
            <pc:sldMk cId="829480555" sldId="259"/>
            <ac:spMk id="183" creationId="{15494B52-ED0D-4448-87FF-AE9C221666D4}"/>
          </ac:spMkLst>
        </pc:spChg>
        <pc:spChg chg="del mod">
          <ac:chgData name="Maddhika Harshitha Reddy" userId="b227607005b34ca1" providerId="LiveId" clId="{78F30295-E795-4A15-8F46-B351588C3FAF}" dt="2026-09-09T04:17:53.111" v="335" actId="478"/>
          <ac:spMkLst>
            <pc:docMk/>
            <pc:sldMk cId="829480555" sldId="259"/>
            <ac:spMk id="184" creationId="{0271D315-2EFC-48EA-B863-FADD67EEAE6C}"/>
          </ac:spMkLst>
        </pc:spChg>
        <pc:spChg chg="del mod">
          <ac:chgData name="Maddhika Harshitha Reddy" userId="b227607005b34ca1" providerId="LiveId" clId="{78F30295-E795-4A15-8F46-B351588C3FAF}" dt="2026-09-09T04:17:56.026" v="337" actId="478"/>
          <ac:spMkLst>
            <pc:docMk/>
            <pc:sldMk cId="829480555" sldId="259"/>
            <ac:spMk id="185" creationId="{553F8D16-12B5-4046-8A13-78D5D917A1DB}"/>
          </ac:spMkLst>
        </pc:spChg>
        <pc:spChg chg="mod">
          <ac:chgData name="Maddhika Harshitha Reddy" userId="b227607005b34ca1" providerId="LiveId" clId="{78F30295-E795-4A15-8F46-B351588C3FAF}" dt="2026-09-09T04:02:38.098" v="57" actId="20577"/>
          <ac:spMkLst>
            <pc:docMk/>
            <pc:sldMk cId="829480555" sldId="259"/>
            <ac:spMk id="186" creationId="{534AFED7-4D60-4192-BEDB-D3ACF3F291BF}"/>
          </ac:spMkLst>
        </pc:spChg>
        <pc:picChg chg="add mod">
          <ac:chgData name="Maddhika Harshitha Reddy" userId="b227607005b34ca1" providerId="LiveId" clId="{78F30295-E795-4A15-8F46-B351588C3FAF}" dt="2026-09-09T05:15:38.803" v="498" actId="14100"/>
          <ac:picMkLst>
            <pc:docMk/>
            <pc:sldMk cId="829480555" sldId="259"/>
            <ac:picMk id="7" creationId="{741F351F-1A7E-AB82-EFBB-D11923D150ED}"/>
          </ac:picMkLst>
        </pc:picChg>
        <pc:picChg chg="add mod">
          <ac:chgData name="Maddhika Harshitha Reddy" userId="b227607005b34ca1" providerId="LiveId" clId="{78F30295-E795-4A15-8F46-B351588C3FAF}" dt="2026-09-09T05:15:48.067" v="499" actId="14100"/>
          <ac:picMkLst>
            <pc:docMk/>
            <pc:sldMk cId="829480555" sldId="259"/>
            <ac:picMk id="8" creationId="{A3635144-268D-5106-D021-3D99A32887DE}"/>
          </ac:picMkLst>
        </pc:picChg>
      </pc:sldChg>
      <pc:sldChg chg="addSp delSp modSp mod modTransition">
        <pc:chgData name="Maddhika Harshitha Reddy" userId="b227607005b34ca1" providerId="LiveId" clId="{78F30295-E795-4A15-8F46-B351588C3FAF}" dt="2026-09-09T05:17:19.030" v="506"/>
        <pc:sldMkLst>
          <pc:docMk/>
          <pc:sldMk cId="1199995123" sldId="260"/>
        </pc:sldMkLst>
        <pc:spChg chg="del">
          <ac:chgData name="Maddhika Harshitha Reddy" userId="b227607005b34ca1" providerId="LiveId" clId="{78F30295-E795-4A15-8F46-B351588C3FAF}" dt="2026-09-09T04:03:30.850" v="64" actId="478"/>
          <ac:spMkLst>
            <pc:docMk/>
            <pc:sldMk cId="1199995123" sldId="260"/>
            <ac:spMk id="4" creationId="{4987433A-3DC7-4453-AF6E-8A9BCD7DC7AB}"/>
          </ac:spMkLst>
        </pc:spChg>
        <pc:spChg chg="del">
          <ac:chgData name="Maddhika Harshitha Reddy" userId="b227607005b34ca1" providerId="LiveId" clId="{78F30295-E795-4A15-8F46-B351588C3FAF}" dt="2026-09-09T04:08:09.578" v="203" actId="478"/>
          <ac:spMkLst>
            <pc:docMk/>
            <pc:sldMk cId="1199995123" sldId="260"/>
            <ac:spMk id="5" creationId="{D32BC5AD-B1D4-467D-BDC3-5BCFBED333FD}"/>
          </ac:spMkLst>
        </pc:spChg>
        <pc:spChg chg="del">
          <ac:chgData name="Maddhika Harshitha Reddy" userId="b227607005b34ca1" providerId="LiveId" clId="{78F30295-E795-4A15-8F46-B351588C3FAF}" dt="2026-09-09T04:07:20.475" v="179" actId="478"/>
          <ac:spMkLst>
            <pc:docMk/>
            <pc:sldMk cId="1199995123" sldId="260"/>
            <ac:spMk id="7" creationId="{63674EA2-0F59-4B26-AE57-4092513D6DEC}"/>
          </ac:spMkLst>
        </pc:spChg>
        <pc:spChg chg="add del">
          <ac:chgData name="Maddhika Harshitha Reddy" userId="b227607005b34ca1" providerId="LiveId" clId="{78F30295-E795-4A15-8F46-B351588C3FAF}" dt="2026-09-09T04:07:23.241" v="180" actId="478"/>
          <ac:spMkLst>
            <pc:docMk/>
            <pc:sldMk cId="1199995123" sldId="260"/>
            <ac:spMk id="9" creationId="{2595C0A1-B68F-4438-9AA3-083DEA5AF38C}"/>
          </ac:spMkLst>
        </pc:spChg>
        <pc:spChg chg="del">
          <ac:chgData name="Maddhika Harshitha Reddy" userId="b227607005b34ca1" providerId="LiveId" clId="{78F30295-E795-4A15-8F46-B351588C3FAF}" dt="2026-09-09T04:07:42.168" v="197" actId="478"/>
          <ac:spMkLst>
            <pc:docMk/>
            <pc:sldMk cId="1199995123" sldId="260"/>
            <ac:spMk id="11" creationId="{6762ED22-5698-493B-BA98-A7EB01922FD3}"/>
          </ac:spMkLst>
        </pc:spChg>
        <pc:spChg chg="del">
          <ac:chgData name="Maddhika Harshitha Reddy" userId="b227607005b34ca1" providerId="LiveId" clId="{78F30295-E795-4A15-8F46-B351588C3FAF}" dt="2026-09-09T04:07:42.168" v="197" actId="478"/>
          <ac:spMkLst>
            <pc:docMk/>
            <pc:sldMk cId="1199995123" sldId="260"/>
            <ac:spMk id="14" creationId="{233BE193-D11A-432F-9791-759B40711E3D}"/>
          </ac:spMkLst>
        </pc:spChg>
        <pc:spChg chg="del">
          <ac:chgData name="Maddhika Harshitha Reddy" userId="b227607005b34ca1" providerId="LiveId" clId="{78F30295-E795-4A15-8F46-B351588C3FAF}" dt="2026-09-09T04:07:42.168" v="197" actId="478"/>
          <ac:spMkLst>
            <pc:docMk/>
            <pc:sldMk cId="1199995123" sldId="260"/>
            <ac:spMk id="16" creationId="{3878E0C2-750B-47AC-AF37-3F148323C194}"/>
          </ac:spMkLst>
        </pc:spChg>
        <pc:spChg chg="del">
          <ac:chgData name="Maddhika Harshitha Reddy" userId="b227607005b34ca1" providerId="LiveId" clId="{78F30295-E795-4A15-8F46-B351588C3FAF}" dt="2026-09-09T04:07:42.168" v="197" actId="478"/>
          <ac:spMkLst>
            <pc:docMk/>
            <pc:sldMk cId="1199995123" sldId="260"/>
            <ac:spMk id="20" creationId="{14EA5707-B446-495C-8A20-03B6F9598A55}"/>
          </ac:spMkLst>
        </pc:spChg>
        <pc:spChg chg="del">
          <ac:chgData name="Maddhika Harshitha Reddy" userId="b227607005b34ca1" providerId="LiveId" clId="{78F30295-E795-4A15-8F46-B351588C3FAF}" dt="2026-09-09T04:07:24.779" v="181" actId="478"/>
          <ac:spMkLst>
            <pc:docMk/>
            <pc:sldMk cId="1199995123" sldId="260"/>
            <ac:spMk id="21" creationId="{E54BAD07-C5D3-4749-BCBE-400721B2E04D}"/>
          </ac:spMkLst>
        </pc:spChg>
        <pc:spChg chg="del">
          <ac:chgData name="Maddhika Harshitha Reddy" userId="b227607005b34ca1" providerId="LiveId" clId="{78F30295-E795-4A15-8F46-B351588C3FAF}" dt="2026-09-09T04:07:26.323" v="182" actId="478"/>
          <ac:spMkLst>
            <pc:docMk/>
            <pc:sldMk cId="1199995123" sldId="260"/>
            <ac:spMk id="28" creationId="{E9ECABB8-FE3B-4E5F-8864-4FA36609618F}"/>
          </ac:spMkLst>
        </pc:spChg>
        <pc:spChg chg="del">
          <ac:chgData name="Maddhika Harshitha Reddy" userId="b227607005b34ca1" providerId="LiveId" clId="{78F30295-E795-4A15-8F46-B351588C3FAF}" dt="2026-09-09T04:07:42.168" v="197" actId="478"/>
          <ac:spMkLst>
            <pc:docMk/>
            <pc:sldMk cId="1199995123" sldId="260"/>
            <ac:spMk id="29" creationId="{2431A3B4-CB95-44AC-BB31-10033EDF6540}"/>
          </ac:spMkLst>
        </pc:spChg>
        <pc:spChg chg="del">
          <ac:chgData name="Maddhika Harshitha Reddy" userId="b227607005b34ca1" providerId="LiveId" clId="{78F30295-E795-4A15-8F46-B351588C3FAF}" dt="2026-09-09T04:07:42.168" v="197" actId="478"/>
          <ac:spMkLst>
            <pc:docMk/>
            <pc:sldMk cId="1199995123" sldId="260"/>
            <ac:spMk id="30" creationId="{0B769F3F-A4F8-4241-8EB4-E4E689029E54}"/>
          </ac:spMkLst>
        </pc:spChg>
        <pc:spChg chg="del">
          <ac:chgData name="Maddhika Harshitha Reddy" userId="b227607005b34ca1" providerId="LiveId" clId="{78F30295-E795-4A15-8F46-B351588C3FAF}" dt="2026-09-09T04:07:27.884" v="183" actId="478"/>
          <ac:spMkLst>
            <pc:docMk/>
            <pc:sldMk cId="1199995123" sldId="260"/>
            <ac:spMk id="31" creationId="{6514F44A-3C8C-46A6-B336-95345CA5A0A4}"/>
          </ac:spMkLst>
        </pc:spChg>
        <pc:spChg chg="mod">
          <ac:chgData name="Maddhika Harshitha Reddy" userId="b227607005b34ca1" providerId="LiveId" clId="{78F30295-E795-4A15-8F46-B351588C3FAF}" dt="2026-09-09T04:07:32.405" v="186" actId="20577"/>
          <ac:spMkLst>
            <pc:docMk/>
            <pc:sldMk cId="1199995123" sldId="260"/>
            <ac:spMk id="32" creationId="{5019F3C3-6C17-423C-999A-D6D6A7394899}"/>
          </ac:spMkLst>
        </pc:spChg>
        <pc:spChg chg="del mod">
          <ac:chgData name="Maddhika Harshitha Reddy" userId="b227607005b34ca1" providerId="LiveId" clId="{78F30295-E795-4A15-8F46-B351588C3FAF}" dt="2026-09-09T04:07:42.168" v="197" actId="478"/>
          <ac:spMkLst>
            <pc:docMk/>
            <pc:sldMk cId="1199995123" sldId="260"/>
            <ac:spMk id="33" creationId="{508B51B4-86D1-401A-AD15-8969DC410B3F}"/>
          </ac:spMkLst>
        </pc:spChg>
        <pc:spChg chg="del">
          <ac:chgData name="Maddhika Harshitha Reddy" userId="b227607005b34ca1" providerId="LiveId" clId="{78F30295-E795-4A15-8F46-B351588C3FAF}" dt="2026-09-09T04:07:42.168" v="197" actId="478"/>
          <ac:spMkLst>
            <pc:docMk/>
            <pc:sldMk cId="1199995123" sldId="260"/>
            <ac:spMk id="36" creationId="{A36B5515-059A-42BC-9B7B-4AE5A171901A}"/>
          </ac:spMkLst>
        </pc:spChg>
        <pc:spChg chg="del">
          <ac:chgData name="Maddhika Harshitha Reddy" userId="b227607005b34ca1" providerId="LiveId" clId="{78F30295-E795-4A15-8F46-B351588C3FAF}" dt="2026-09-09T04:07:42.168" v="197" actId="478"/>
          <ac:spMkLst>
            <pc:docMk/>
            <pc:sldMk cId="1199995123" sldId="260"/>
            <ac:spMk id="38" creationId="{93E29434-B31D-4C5B-AA28-16F6B364BA48}"/>
          </ac:spMkLst>
        </pc:spChg>
        <pc:spChg chg="del">
          <ac:chgData name="Maddhika Harshitha Reddy" userId="b227607005b34ca1" providerId="LiveId" clId="{78F30295-E795-4A15-8F46-B351588C3FAF}" dt="2026-09-09T04:07:42.168" v="197" actId="478"/>
          <ac:spMkLst>
            <pc:docMk/>
            <pc:sldMk cId="1199995123" sldId="260"/>
            <ac:spMk id="39" creationId="{E0013F85-5B0E-478C-A030-2DFBE6E86C70}"/>
          </ac:spMkLst>
        </pc:spChg>
        <pc:spChg chg="del">
          <ac:chgData name="Maddhika Harshitha Reddy" userId="b227607005b34ca1" providerId="LiveId" clId="{78F30295-E795-4A15-8F46-B351588C3FAF}" dt="2026-09-09T04:07:59.105" v="201" actId="478"/>
          <ac:spMkLst>
            <pc:docMk/>
            <pc:sldMk cId="1199995123" sldId="260"/>
            <ac:spMk id="42" creationId="{A71888AF-DC04-4538-A399-16345C7541AD}"/>
          </ac:spMkLst>
        </pc:spChg>
        <pc:spChg chg="del">
          <ac:chgData name="Maddhika Harshitha Reddy" userId="b227607005b34ca1" providerId="LiveId" clId="{78F30295-E795-4A15-8F46-B351588C3FAF}" dt="2026-09-09T04:07:55.495" v="200" actId="478"/>
          <ac:spMkLst>
            <pc:docMk/>
            <pc:sldMk cId="1199995123" sldId="260"/>
            <ac:spMk id="46" creationId="{A9847E80-E288-41F5-88B3-C7B550D3B287}"/>
          </ac:spMkLst>
        </pc:spChg>
        <pc:spChg chg="del">
          <ac:chgData name="Maddhika Harshitha Reddy" userId="b227607005b34ca1" providerId="LiveId" clId="{78F30295-E795-4A15-8F46-B351588C3FAF}" dt="2026-09-09T04:07:48.739" v="198" actId="478"/>
          <ac:spMkLst>
            <pc:docMk/>
            <pc:sldMk cId="1199995123" sldId="260"/>
            <ac:spMk id="50" creationId="{18A9920E-A0CB-4E83-875A-5844B613C2BA}"/>
          </ac:spMkLst>
        </pc:spChg>
        <pc:spChg chg="del">
          <ac:chgData name="Maddhika Harshitha Reddy" userId="b227607005b34ca1" providerId="LiveId" clId="{78F30295-E795-4A15-8F46-B351588C3FAF}" dt="2026-09-09T04:07:51.425" v="199" actId="478"/>
          <ac:spMkLst>
            <pc:docMk/>
            <pc:sldMk cId="1199995123" sldId="260"/>
            <ac:spMk id="54" creationId="{01E9FA8D-EFF0-4232-908F-6613DECFF7E8}"/>
          </ac:spMkLst>
        </pc:spChg>
        <pc:spChg chg="del">
          <ac:chgData name="Maddhika Harshitha Reddy" userId="b227607005b34ca1" providerId="LiveId" clId="{78F30295-E795-4A15-8F46-B351588C3FAF}" dt="2026-09-09T04:08:06.648" v="202" actId="478"/>
          <ac:spMkLst>
            <pc:docMk/>
            <pc:sldMk cId="1199995123" sldId="260"/>
            <ac:spMk id="58" creationId="{E7147B73-751E-4EDC-974A-6C3F461EF6A1}"/>
          </ac:spMkLst>
        </pc:spChg>
        <pc:spChg chg="mod">
          <ac:chgData name="Maddhika Harshitha Reddy" userId="b227607005b34ca1" providerId="LiveId" clId="{78F30295-E795-4A15-8F46-B351588C3FAF}" dt="2026-09-09T04:03:28.555" v="63" actId="20577"/>
          <ac:spMkLst>
            <pc:docMk/>
            <pc:sldMk cId="1199995123" sldId="260"/>
            <ac:spMk id="60" creationId="{420A2061-2CAF-4D76-BA61-902ABAE80BF8}"/>
          </ac:spMkLst>
        </pc:spChg>
        <pc:picChg chg="add mod">
          <ac:chgData name="Maddhika Harshitha Reddy" userId="b227607005b34ca1" providerId="LiveId" clId="{78F30295-E795-4A15-8F46-B351588C3FAF}" dt="2026-09-09T05:07:03.145" v="478" actId="1076"/>
          <ac:picMkLst>
            <pc:docMk/>
            <pc:sldMk cId="1199995123" sldId="260"/>
            <ac:picMk id="5" creationId="{E3B55CE0-303E-7B0A-E660-90D2ADE231C1}"/>
          </ac:picMkLst>
        </pc:picChg>
      </pc:sldChg>
      <pc:sldChg chg="addSp delSp modSp mod modTransition">
        <pc:chgData name="Maddhika Harshitha Reddy" userId="b227607005b34ca1" providerId="LiveId" clId="{78F30295-E795-4A15-8F46-B351588C3FAF}" dt="2026-09-09T05:17:24.969" v="507"/>
        <pc:sldMkLst>
          <pc:docMk/>
          <pc:sldMk cId="1057586579" sldId="261"/>
        </pc:sldMkLst>
        <pc:spChg chg="add del">
          <ac:chgData name="Maddhika Harshitha Reddy" userId="b227607005b34ca1" providerId="LiveId" clId="{78F30295-E795-4A15-8F46-B351588C3FAF}" dt="2026-09-09T04:06:50.100" v="139" actId="478"/>
          <ac:spMkLst>
            <pc:docMk/>
            <pc:sldMk cId="1057586579" sldId="261"/>
            <ac:spMk id="4" creationId="{DE57C4BF-26D3-47EE-8622-949A71FB38A3}"/>
          </ac:spMkLst>
        </pc:spChg>
        <pc:spChg chg="mod">
          <ac:chgData name="Maddhika Harshitha Reddy" userId="b227607005b34ca1" providerId="LiveId" clId="{78F30295-E795-4A15-8F46-B351588C3FAF}" dt="2026-09-09T04:07:01.739" v="178" actId="20577"/>
          <ac:spMkLst>
            <pc:docMk/>
            <pc:sldMk cId="1057586579" sldId="261"/>
            <ac:spMk id="5" creationId="{FC253F16-D671-40F6-8B6B-599BFB12A923}"/>
          </ac:spMkLst>
        </pc:spChg>
        <pc:spChg chg="del">
          <ac:chgData name="Maddhika Harshitha Reddy" userId="b227607005b34ca1" providerId="LiveId" clId="{78F30295-E795-4A15-8F46-B351588C3FAF}" dt="2026-09-09T04:38:41.485" v="448" actId="478"/>
          <ac:spMkLst>
            <pc:docMk/>
            <pc:sldMk cId="1057586579" sldId="261"/>
            <ac:spMk id="8" creationId="{269A73C6-D8F1-43CE-B673-39D4B18DB892}"/>
          </ac:spMkLst>
        </pc:spChg>
        <pc:spChg chg="mod">
          <ac:chgData name="Maddhika Harshitha Reddy" userId="b227607005b34ca1" providerId="LiveId" clId="{78F30295-E795-4A15-8F46-B351588C3FAF}" dt="2026-09-09T04:38:58.918" v="452" actId="12"/>
          <ac:spMkLst>
            <pc:docMk/>
            <pc:sldMk cId="1057586579" sldId="261"/>
            <ac:spMk id="9" creationId="{35011CE3-0D91-4D7C-BFF0-2BCB3ADD0381}"/>
          </ac:spMkLst>
        </pc:spChg>
        <pc:spChg chg="del">
          <ac:chgData name="Maddhika Harshitha Reddy" userId="b227607005b34ca1" providerId="LiveId" clId="{78F30295-E795-4A15-8F46-B351588C3FAF}" dt="2026-09-09T04:38:45.307" v="449" actId="478"/>
          <ac:spMkLst>
            <pc:docMk/>
            <pc:sldMk cId="1057586579" sldId="261"/>
            <ac:spMk id="10" creationId="{320CDC16-950A-4927-942D-EC2271FC3556}"/>
          </ac:spMkLst>
        </pc:spChg>
        <pc:spChg chg="mod">
          <ac:chgData name="Maddhika Harshitha Reddy" userId="b227607005b34ca1" providerId="LiveId" clId="{78F30295-E795-4A15-8F46-B351588C3FAF}" dt="2026-09-09T04:39:05.423" v="453" actId="12"/>
          <ac:spMkLst>
            <pc:docMk/>
            <pc:sldMk cId="1057586579" sldId="261"/>
            <ac:spMk id="11" creationId="{83A00316-855C-4A68-8197-A7C408C123AE}"/>
          </ac:spMkLst>
        </pc:spChg>
        <pc:spChg chg="del">
          <ac:chgData name="Maddhika Harshitha Reddy" userId="b227607005b34ca1" providerId="LiveId" clId="{78F30295-E795-4A15-8F46-B351588C3FAF}" dt="2026-09-09T04:38:48.276" v="450" actId="478"/>
          <ac:spMkLst>
            <pc:docMk/>
            <pc:sldMk cId="1057586579" sldId="261"/>
            <ac:spMk id="12" creationId="{CA7D7B8E-4BB9-4248-81C0-DC36588E8B3B}"/>
          </ac:spMkLst>
        </pc:spChg>
        <pc:spChg chg="mod">
          <ac:chgData name="Maddhika Harshitha Reddy" userId="b227607005b34ca1" providerId="LiveId" clId="{78F30295-E795-4A15-8F46-B351588C3FAF}" dt="2026-09-09T04:39:11.332" v="454" actId="12"/>
          <ac:spMkLst>
            <pc:docMk/>
            <pc:sldMk cId="1057586579" sldId="261"/>
            <ac:spMk id="13" creationId="{6B7E3BEF-EF4E-4B65-BB05-433C778B05BD}"/>
          </ac:spMkLst>
        </pc:spChg>
        <pc:spChg chg="del">
          <ac:chgData name="Maddhika Harshitha Reddy" userId="b227607005b34ca1" providerId="LiveId" clId="{78F30295-E795-4A15-8F46-B351588C3FAF}" dt="2026-09-09T04:38:50.351" v="451" actId="478"/>
          <ac:spMkLst>
            <pc:docMk/>
            <pc:sldMk cId="1057586579" sldId="261"/>
            <ac:spMk id="14" creationId="{D154D795-4633-4D49-AC0C-AC21807AED34}"/>
          </ac:spMkLst>
        </pc:spChg>
        <pc:spChg chg="mod">
          <ac:chgData name="Maddhika Harshitha Reddy" userId="b227607005b34ca1" providerId="LiveId" clId="{78F30295-E795-4A15-8F46-B351588C3FAF}" dt="2026-09-09T04:39:16.423" v="455" actId="12"/>
          <ac:spMkLst>
            <pc:docMk/>
            <pc:sldMk cId="1057586579" sldId="261"/>
            <ac:spMk id="15" creationId="{09527E75-32B8-4205-8A3A-AB7DF29FD1A8}"/>
          </ac:spMkLst>
        </pc:spChg>
        <pc:spChg chg="add del">
          <ac:chgData name="Maddhika Harshitha Reddy" userId="b227607005b34ca1" providerId="LiveId" clId="{78F30295-E795-4A15-8F46-B351588C3FAF}" dt="2026-09-09T04:33:12.406" v="358" actId="478"/>
          <ac:spMkLst>
            <pc:docMk/>
            <pc:sldMk cId="1057586579" sldId="261"/>
            <ac:spMk id="16" creationId="{6AC1021A-3427-4237-936A-F62274389328}"/>
          </ac:spMkLst>
        </pc:spChg>
        <pc:spChg chg="add del mod">
          <ac:chgData name="Maddhika Harshitha Reddy" userId="b227607005b34ca1" providerId="LiveId" clId="{78F30295-E795-4A15-8F46-B351588C3FAF}" dt="2026-09-09T04:33:12.406" v="358" actId="478"/>
          <ac:spMkLst>
            <pc:docMk/>
            <pc:sldMk cId="1057586579" sldId="261"/>
            <ac:spMk id="17" creationId="{BB790CD3-68EF-471A-A8D0-AD054E0811B1}"/>
          </ac:spMkLst>
        </pc:spChg>
        <pc:spChg chg="add del mod">
          <ac:chgData name="Maddhika Harshitha Reddy" userId="b227607005b34ca1" providerId="LiveId" clId="{78F30295-E795-4A15-8F46-B351588C3FAF}" dt="2026-09-09T04:33:12.406" v="358" actId="478"/>
          <ac:spMkLst>
            <pc:docMk/>
            <pc:sldMk cId="1057586579" sldId="261"/>
            <ac:spMk id="18" creationId="{7D911B3B-9F42-4768-90CF-49D3C8498C56}"/>
          </ac:spMkLst>
        </pc:spChg>
        <pc:spChg chg="add del">
          <ac:chgData name="Maddhika Harshitha Reddy" userId="b227607005b34ca1" providerId="LiveId" clId="{78F30295-E795-4A15-8F46-B351588C3FAF}" dt="2026-09-09T04:33:12.406" v="358" actId="478"/>
          <ac:spMkLst>
            <pc:docMk/>
            <pc:sldMk cId="1057586579" sldId="261"/>
            <ac:spMk id="19" creationId="{0F700D51-F999-47F4-9902-3629A096C157}"/>
          </ac:spMkLst>
        </pc:spChg>
        <pc:spChg chg="add del mod">
          <ac:chgData name="Maddhika Harshitha Reddy" userId="b227607005b34ca1" providerId="LiveId" clId="{78F30295-E795-4A15-8F46-B351588C3FAF}" dt="2026-09-09T04:33:12.406" v="358" actId="478"/>
          <ac:spMkLst>
            <pc:docMk/>
            <pc:sldMk cId="1057586579" sldId="261"/>
            <ac:spMk id="20" creationId="{827BF9D5-C4F4-44A6-A857-9DB878A0EB0B}"/>
          </ac:spMkLst>
        </pc:spChg>
        <pc:spChg chg="add del mod">
          <ac:chgData name="Maddhika Harshitha Reddy" userId="b227607005b34ca1" providerId="LiveId" clId="{78F30295-E795-4A15-8F46-B351588C3FAF}" dt="2026-09-09T04:33:12.406" v="358" actId="478"/>
          <ac:spMkLst>
            <pc:docMk/>
            <pc:sldMk cId="1057586579" sldId="261"/>
            <ac:spMk id="21" creationId="{822572BB-6A8C-41A1-AA98-D63C7D733EA3}"/>
          </ac:spMkLst>
        </pc:spChg>
        <pc:spChg chg="mod">
          <ac:chgData name="Maddhika Harshitha Reddy" userId="b227607005b34ca1" providerId="LiveId" clId="{78F30295-E795-4A15-8F46-B351588C3FAF}" dt="2026-09-09T04:06:46.853" v="138" actId="20577"/>
          <ac:spMkLst>
            <pc:docMk/>
            <pc:sldMk cId="1057586579" sldId="261"/>
            <ac:spMk id="23" creationId="{0FCBABFD-7E3B-406B-9129-C250AEA68E06}"/>
          </ac:spMkLst>
        </pc:spChg>
        <pc:spChg chg="add del mod">
          <ac:chgData name="Maddhika Harshitha Reddy" userId="b227607005b34ca1" providerId="LiveId" clId="{78F30295-E795-4A15-8F46-B351588C3FAF}" dt="2026-09-09T04:06:40.463" v="121" actId="767"/>
          <ac:spMkLst>
            <pc:docMk/>
            <pc:sldMk cId="1057586579" sldId="261"/>
            <ac:spMk id="24" creationId="{5ADBD113-BC66-74AC-B16B-C83BD949114B}"/>
          </ac:spMkLst>
        </pc:spChg>
        <pc:spChg chg="add mod">
          <ac:chgData name="Maddhika Harshitha Reddy" userId="b227607005b34ca1" providerId="LiveId" clId="{78F30295-E795-4A15-8F46-B351588C3FAF}" dt="2026-09-09T04:32:35.804" v="356" actId="767"/>
          <ac:spMkLst>
            <pc:docMk/>
            <pc:sldMk cId="1057586579" sldId="261"/>
            <ac:spMk id="25" creationId="{F5E169D8-361A-4834-73BA-9B5E37064A73}"/>
          </ac:spMkLst>
        </pc:spChg>
        <pc:spChg chg="add mod">
          <ac:chgData name="Maddhika Harshitha Reddy" userId="b227607005b34ca1" providerId="LiveId" clId="{78F30295-E795-4A15-8F46-B351588C3FAF}" dt="2026-09-09T04:37:54.830" v="442" actId="1076"/>
          <ac:spMkLst>
            <pc:docMk/>
            <pc:sldMk cId="1057586579" sldId="261"/>
            <ac:spMk id="26" creationId="{08E5F7AE-7C92-C8E2-0D09-761F37E92999}"/>
          </ac:spMkLst>
        </pc:spChg>
        <pc:spChg chg="add mod">
          <ac:chgData name="Maddhika Harshitha Reddy" userId="b227607005b34ca1" providerId="LiveId" clId="{78F30295-E795-4A15-8F46-B351588C3FAF}" dt="2026-09-09T04:39:37.100" v="456" actId="1076"/>
          <ac:spMkLst>
            <pc:docMk/>
            <pc:sldMk cId="1057586579" sldId="261"/>
            <ac:spMk id="27" creationId="{EBD9AB49-1728-49E7-151C-F85348D0AA95}"/>
          </ac:spMkLst>
        </pc:spChg>
        <pc:spChg chg="add mod">
          <ac:chgData name="Maddhika Harshitha Reddy" userId="b227607005b34ca1" providerId="LiveId" clId="{78F30295-E795-4A15-8F46-B351588C3FAF}" dt="2026-09-09T04:38:25.338" v="445" actId="14861"/>
          <ac:spMkLst>
            <pc:docMk/>
            <pc:sldMk cId="1057586579" sldId="261"/>
            <ac:spMk id="28" creationId="{DBC8238A-8CA7-FE0F-8758-1B3C2962AF30}"/>
          </ac:spMkLst>
        </pc:spChg>
        <pc:spChg chg="add del mod">
          <ac:chgData name="Maddhika Harshitha Reddy" userId="b227607005b34ca1" providerId="LiveId" clId="{78F30295-E795-4A15-8F46-B351588C3FAF}" dt="2026-09-09T04:37:46.492" v="441" actId="478"/>
          <ac:spMkLst>
            <pc:docMk/>
            <pc:sldMk cId="1057586579" sldId="261"/>
            <ac:spMk id="29" creationId="{343B3EC1-8813-13BD-FBC1-356692FB59D4}"/>
          </ac:spMkLst>
        </pc:spChg>
        <pc:spChg chg="add del">
          <ac:chgData name="Maddhika Harshitha Reddy" userId="b227607005b34ca1" providerId="LiveId" clId="{78F30295-E795-4A15-8F46-B351588C3FAF}" dt="2026-09-09T04:38:33.284" v="447" actId="478"/>
          <ac:spMkLst>
            <pc:docMk/>
            <pc:sldMk cId="1057586579" sldId="261"/>
            <ac:spMk id="30" creationId="{452E960B-0A39-ACCF-1A87-BB03CF5688D5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560690-109E-3608-305F-65B05954A4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E6EFAB-9A82-7C08-2567-CB350D0264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C2C2A6-C627-7F02-5353-3CB4386B0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AA9911-87E5-770B-40B7-9F9BDFC19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0884D2-9CA3-F3A3-1185-916CB373F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74683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BDE2C-B120-A46E-51C7-2F058EC620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84E9F1-2610-4AFD-E388-DF36B00D87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3988AB-0E96-0F44-8F83-ED2F4B1194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B3188C-AF48-845E-F0E5-FB0F96477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849F38-077B-D2DB-D578-0415A1E31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16681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A2BBD3-5084-E7E9-DEF8-E6A1EAFDD4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5C92C6-AE24-00F7-189A-6347C9C606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78851F-DBB5-AA70-0CE3-5F60780EAF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156E4D-5C51-62C8-9F21-1731A4333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58FE43-E314-03F1-9D59-6CE39AE9FB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98926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99560-814B-9802-0B93-F86FA5AABC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99C7E7-F97C-026E-39D5-171FE9BEBF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E9666B-F1EE-C005-90A7-40C0BEB750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0DD0F4-84FF-41AD-32C5-46B369AAB1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949915-AFB5-A17D-EBEB-186EC732E1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AB6807-BD25-B379-6500-D38BB09BA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4213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242756-863A-1165-5BBC-E706786B01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D1A1CC-94EC-D7A1-AB05-348CB7E4EA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B494E3-042B-A63B-CF17-B4F2A7E22B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46D7BED-9200-90EF-A85B-2FD15149CC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BB1E006-805B-C32F-27DB-8267668EE0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E12C034-4899-A986-01C0-6C1E05C7E6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8BCC14E-715F-EE7A-929D-1C2E44FFEC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379B28D-CD0E-BE04-3B0C-409858B72F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97260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F4D0C4-1752-A386-2D73-D9A116EBF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FA1827-E88B-937D-C9A1-C6F0FBD294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42483-B3E3-4399-B6B2-4B1D067F8CE5}" type="datetime1">
              <a:rPr lang="en-US" smtClean="0"/>
              <a:t>9/9/2026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704B2F-E651-A42A-4C83-ED181B8E3B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5F9394-5648-EC40-6167-7FC55778D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3909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8453E79-7250-4CAA-3712-9045174C06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01F78D-C810-1BA6-D885-8E487A2A0D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6B3197-EDC5-C7AF-4259-4AF25E488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99025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6D92E2-7D74-1411-84E8-570B7E58A4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0B2268-358B-7A35-4A84-98EDD29ACF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382318-6F72-F9DB-B09C-ED55EA2644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89D508-F449-E908-8023-8A953F06A8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1860A1-883B-A270-C6B1-F0C361E144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148DA1-E1DD-3B57-6C5E-A5D3CBEBF4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91253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F7F12C-4C49-76AC-33FD-74117F0D2B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A3335CE-48F6-E5E6-CDE7-F44E44F542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277D8D-0427-BF61-9FEB-CFCC4DBDE8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1090EB-9B3D-B488-09E2-76B4C0AF7C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26F343-512E-3A7E-F1A3-4B541B58AD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7178A5-BF49-09DC-760A-EF459D654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70768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34496B-0E28-AE97-F2B6-EF5E6D3538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329E2C-8717-FE82-A801-541CCA1358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70906B-402F-EB49-FE1A-AD91543AF9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C76073-B0DA-E023-AD01-386C89B43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FDDC58-86CF-5452-8D02-F7A235B50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32695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11D7507-5D93-BC89-D4F0-C83DAC9771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C3C99E-6336-A8E4-3894-6F91A1A4FD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DB6A42-789E-1C43-5B46-1D8F04AAF3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718B14-62A4-BA11-D95E-4E65F13155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4A14C2-4DB2-3114-C2D1-66BDBF1A9A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16627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40435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CF7676D-C456-FBE9-B431-48E8A75EBD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AED40C-1375-9002-C6CD-C1ABFDF85D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B9935D-0C16-28EF-C3A3-07EC0985BF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A2CEDE-2AB4-4FB8-9551-E0AA4222B1A3}" type="datetime1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95BB1B-26D9-D4F8-6906-BA6D3980A7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8689C7-4931-961A-97D9-C8A81A7786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81259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7" r:id="rId1"/>
    <p:sldLayoutId id="2147483768" r:id="rId2"/>
    <p:sldLayoutId id="2147483769" r:id="rId3"/>
    <p:sldLayoutId id="2147483770" r:id="rId4"/>
    <p:sldLayoutId id="2147483771" r:id="rId5"/>
    <p:sldLayoutId id="2147483772" r:id="rId6"/>
    <p:sldLayoutId id="2147483773" r:id="rId7"/>
    <p:sldLayoutId id="2147483774" r:id="rId8"/>
    <p:sldLayoutId id="2147483775" r:id="rId9"/>
    <p:sldLayoutId id="2147483776" r:id="rId10"/>
    <p:sldLayoutId id="2147483777" r:id="rId11"/>
    <p:sldLayoutId id="2147483778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543ED0E-C58F-4E6B-99B8-1E67EFBBC64E}"/>
              </a:ext>
            </a:extLst>
          </p:cNvPr>
          <p:cNvSpPr>
            <a:spLocks noGrp="1"/>
          </p:cNvSpPr>
          <p:nvPr/>
        </p:nvSpPr>
        <p:spPr>
          <a:xfrm>
            <a:off x="685800" y="685800"/>
            <a:ext cx="3048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67DB7"/>
                </a:solidFill>
              </a:defRPr>
            </a:pPr>
            <a:r>
              <a:rPr sz="1200" b="1">
                <a:solidFill>
                  <a:srgbClr val="167DB7"/>
                </a:solidFill>
              </a:rPr>
              <a:t>DDCA PROJECT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2F8FEBB-157A-40AA-BC0E-304FF8F9D477}"/>
              </a:ext>
            </a:extLst>
          </p:cNvPr>
          <p:cNvSpPr>
            <a:spLocks noGrp="1"/>
          </p:cNvSpPr>
          <p:nvPr/>
        </p:nvSpPr>
        <p:spPr>
          <a:xfrm>
            <a:off x="685800" y="1162050"/>
            <a:ext cx="6477000" cy="2857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750" b="1">
                <a:solidFill>
                  <a:srgbClr val="101820"/>
                </a:solidFill>
              </a:defRPr>
            </a:pPr>
            <a:r>
              <a:rPr sz="3750" b="1" dirty="0">
                <a:solidFill>
                  <a:srgbClr val="101820"/>
                </a:solidFill>
              </a:rPr>
              <a:t>Design of a 4-bit</a:t>
            </a:r>
          </a:p>
          <a:p>
            <a:pPr algn="l">
              <a:defRPr sz="3750" b="1">
                <a:solidFill>
                  <a:srgbClr val="101820"/>
                </a:solidFill>
              </a:defRPr>
            </a:pPr>
            <a:r>
              <a:rPr sz="3750" b="1" dirty="0">
                <a:solidFill>
                  <a:srgbClr val="101820"/>
                </a:solidFill>
              </a:rPr>
              <a:t>Binary-to-Decimal</a:t>
            </a:r>
          </a:p>
          <a:p>
            <a:pPr algn="l">
              <a:defRPr sz="3750" b="1">
                <a:solidFill>
                  <a:srgbClr val="101820"/>
                </a:solidFill>
              </a:defRPr>
            </a:pPr>
            <a:r>
              <a:rPr sz="3750" b="1" dirty="0">
                <a:solidFill>
                  <a:srgbClr val="101820"/>
                </a:solidFill>
              </a:rPr>
              <a:t>Conversion and Display</a:t>
            </a:r>
          </a:p>
          <a:p>
            <a:pPr algn="l">
              <a:defRPr sz="3750" b="1">
                <a:solidFill>
                  <a:srgbClr val="101820"/>
                </a:solidFill>
              </a:defRPr>
            </a:pPr>
            <a:r>
              <a:rPr sz="3750" b="1" dirty="0">
                <a:solidFill>
                  <a:srgbClr val="101820"/>
                </a:solidFill>
              </a:rPr>
              <a:t>System Using Logic Gates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9D3851B-351F-4D6A-8639-6E25191EE102}"/>
              </a:ext>
            </a:extLst>
          </p:cNvPr>
          <p:cNvSpPr>
            <a:spLocks noGrp="1"/>
          </p:cNvSpPr>
          <p:nvPr/>
        </p:nvSpPr>
        <p:spPr>
          <a:xfrm>
            <a:off x="685800" y="3706761"/>
            <a:ext cx="857250" cy="47625"/>
          </a:xfrm>
          <a:prstGeom prst="rect">
            <a:avLst/>
          </a:prstGeom>
          <a:solidFill>
            <a:srgbClr val="64C8ED"/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69919C2-2AF1-48FA-96B6-0FA6CFD6C993}"/>
              </a:ext>
            </a:extLst>
          </p:cNvPr>
          <p:cNvSpPr>
            <a:spLocks noGrp="1"/>
          </p:cNvSpPr>
          <p:nvPr/>
        </p:nvSpPr>
        <p:spPr>
          <a:xfrm>
            <a:off x="587477" y="3885432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52616B"/>
                </a:solidFill>
              </a:defRPr>
            </a:pPr>
            <a:r>
              <a:rPr sz="1500" b="0" dirty="0">
                <a:solidFill>
                  <a:srgbClr val="52616B"/>
                </a:solidFill>
              </a:rPr>
              <a:t>Subject: DDCA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2C57053-3574-40D1-99CA-41EE917B85B6}"/>
              </a:ext>
            </a:extLst>
          </p:cNvPr>
          <p:cNvSpPr>
            <a:spLocks noGrp="1"/>
          </p:cNvSpPr>
          <p:nvPr/>
        </p:nvSpPr>
        <p:spPr>
          <a:xfrm>
            <a:off x="587477" y="4404852"/>
            <a:ext cx="5003698" cy="176734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01820"/>
                </a:solidFill>
              </a:defRPr>
            </a:pPr>
            <a:r>
              <a:rPr sz="135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Team Members:</a:t>
            </a:r>
            <a:r>
              <a:rPr lang="en-IN" sz="135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 </a:t>
            </a:r>
          </a:p>
          <a:p>
            <a:pPr algn="l">
              <a:defRPr sz="1350" b="0">
                <a:solidFill>
                  <a:srgbClr val="101820"/>
                </a:solidFill>
              </a:defRPr>
            </a:pPr>
            <a:endParaRPr lang="en-IN" sz="1350" dirty="0">
              <a:solidFill>
                <a:srgbClr val="101820"/>
              </a:solidFill>
            </a:endParaRPr>
          </a:p>
          <a:p>
            <a:pPr>
              <a:defRPr sz="1350" b="0">
                <a:solidFill>
                  <a:srgbClr val="101820"/>
                </a:solidFill>
              </a:defRPr>
            </a:pPr>
            <a:r>
              <a:rPr lang="en-IN" sz="1350" dirty="0">
                <a:solidFill>
                  <a:srgbClr val="101820"/>
                </a:solidFill>
              </a:rPr>
              <a:t>2620030061  </a:t>
            </a:r>
            <a:r>
              <a:rPr lang="en-IN" sz="1350" i="1" dirty="0">
                <a:solidFill>
                  <a:srgbClr val="101820"/>
                </a:solidFill>
              </a:rPr>
              <a:t>SAI</a:t>
            </a:r>
            <a:r>
              <a:rPr lang="en-IN" sz="1350" dirty="0">
                <a:solidFill>
                  <a:srgbClr val="101820"/>
                </a:solidFill>
              </a:rPr>
              <a:t> </a:t>
            </a:r>
            <a:r>
              <a:rPr lang="en-IN" sz="1350" i="1" dirty="0">
                <a:solidFill>
                  <a:srgbClr val="101820"/>
                </a:solidFill>
              </a:rPr>
              <a:t>KIRAN</a:t>
            </a:r>
            <a:r>
              <a:rPr lang="en-IN" sz="1350" dirty="0">
                <a:solidFill>
                  <a:srgbClr val="101820"/>
                </a:solidFill>
              </a:rPr>
              <a:t> </a:t>
            </a:r>
            <a:r>
              <a:rPr lang="en-IN" sz="1350" i="1" dirty="0">
                <a:solidFill>
                  <a:srgbClr val="101820"/>
                </a:solidFill>
              </a:rPr>
              <a:t>KANAPARTHI</a:t>
            </a:r>
          </a:p>
          <a:p>
            <a:pPr>
              <a:defRPr sz="1350" b="0">
                <a:solidFill>
                  <a:srgbClr val="101820"/>
                </a:solidFill>
              </a:defRPr>
            </a:pPr>
            <a:r>
              <a:rPr lang="en-IN" sz="1350" dirty="0">
                <a:solidFill>
                  <a:srgbClr val="101820"/>
                </a:solidFill>
              </a:rPr>
              <a:t>2620030113  </a:t>
            </a:r>
            <a:r>
              <a:rPr lang="en-IN" sz="1350" i="1" dirty="0">
                <a:solidFill>
                  <a:srgbClr val="101820"/>
                </a:solidFill>
              </a:rPr>
              <a:t>MANNAVA</a:t>
            </a:r>
            <a:r>
              <a:rPr lang="en-IN" sz="1350" dirty="0">
                <a:solidFill>
                  <a:srgbClr val="101820"/>
                </a:solidFill>
              </a:rPr>
              <a:t> </a:t>
            </a:r>
            <a:r>
              <a:rPr lang="en-IN" sz="1350" i="1" dirty="0">
                <a:solidFill>
                  <a:srgbClr val="101820"/>
                </a:solidFill>
              </a:rPr>
              <a:t>NISHITHA</a:t>
            </a:r>
            <a:endParaRPr lang="en-IN" sz="1350" dirty="0">
              <a:solidFill>
                <a:srgbClr val="101820"/>
              </a:solidFill>
            </a:endParaRPr>
          </a:p>
          <a:p>
            <a:pPr>
              <a:defRPr sz="1350" b="0">
                <a:solidFill>
                  <a:srgbClr val="101820"/>
                </a:solidFill>
              </a:defRPr>
            </a:pPr>
            <a:r>
              <a:rPr lang="en-IN" sz="1350" dirty="0">
                <a:solidFill>
                  <a:srgbClr val="101820"/>
                </a:solidFill>
              </a:rPr>
              <a:t>2620030052  </a:t>
            </a:r>
            <a:r>
              <a:rPr lang="en-IN" sz="1350" i="1" dirty="0">
                <a:solidFill>
                  <a:srgbClr val="101820"/>
                </a:solidFill>
              </a:rPr>
              <a:t>DUPPALA</a:t>
            </a:r>
            <a:r>
              <a:rPr lang="en-IN" sz="1350" dirty="0">
                <a:solidFill>
                  <a:srgbClr val="101820"/>
                </a:solidFill>
              </a:rPr>
              <a:t> </a:t>
            </a:r>
            <a:r>
              <a:rPr lang="en-IN" sz="1350" i="1" dirty="0">
                <a:solidFill>
                  <a:srgbClr val="101820"/>
                </a:solidFill>
              </a:rPr>
              <a:t>BHUVANA</a:t>
            </a:r>
            <a:r>
              <a:rPr lang="en-IN" sz="1350" dirty="0">
                <a:solidFill>
                  <a:srgbClr val="101820"/>
                </a:solidFill>
              </a:rPr>
              <a:t> </a:t>
            </a:r>
          </a:p>
          <a:p>
            <a:pPr>
              <a:defRPr sz="1350" b="0">
                <a:solidFill>
                  <a:srgbClr val="101820"/>
                </a:solidFill>
              </a:defRPr>
            </a:pPr>
            <a:r>
              <a:rPr lang="en-IN" sz="1350" dirty="0">
                <a:solidFill>
                  <a:srgbClr val="101820"/>
                </a:solidFill>
              </a:rPr>
              <a:t>2620030118  </a:t>
            </a:r>
            <a:r>
              <a:rPr lang="en-IN" sz="1350" i="1" dirty="0">
                <a:solidFill>
                  <a:srgbClr val="101820"/>
                </a:solidFill>
              </a:rPr>
              <a:t>HARSHITHA</a:t>
            </a:r>
            <a:r>
              <a:rPr lang="en-IN" sz="1350" dirty="0">
                <a:solidFill>
                  <a:srgbClr val="101820"/>
                </a:solidFill>
              </a:rPr>
              <a:t> </a:t>
            </a:r>
            <a:r>
              <a:rPr lang="en-IN" sz="1350" i="1" dirty="0">
                <a:solidFill>
                  <a:srgbClr val="101820"/>
                </a:solidFill>
              </a:rPr>
              <a:t>REDDY</a:t>
            </a:r>
            <a:endParaRPr lang="en-IN" sz="1350" dirty="0">
              <a:solidFill>
                <a:srgbClr val="101820"/>
              </a:solidFill>
            </a:endParaRPr>
          </a:p>
          <a:p>
            <a:pPr>
              <a:defRPr sz="1350" b="0">
                <a:solidFill>
                  <a:srgbClr val="101820"/>
                </a:solidFill>
              </a:defRPr>
            </a:pPr>
            <a:endParaRPr lang="en-IN" sz="1350" dirty="0">
              <a:solidFill>
                <a:srgbClr val="101820"/>
              </a:solidFill>
            </a:endParaRPr>
          </a:p>
          <a:p>
            <a:pPr algn="l">
              <a:defRPr sz="1350" b="0">
                <a:solidFill>
                  <a:srgbClr val="101820"/>
                </a:solidFill>
              </a:defRPr>
            </a:pPr>
            <a:endParaRPr lang="en-IN" sz="1350" dirty="0">
              <a:solidFill>
                <a:srgbClr val="101820"/>
              </a:solidFill>
            </a:endParaRPr>
          </a:p>
          <a:p>
            <a:pPr algn="l">
              <a:defRPr sz="1350" b="0">
                <a:solidFill>
                  <a:srgbClr val="101820"/>
                </a:solidFill>
              </a:defRPr>
            </a:pPr>
            <a:endParaRPr sz="1350" b="0" dirty="0">
              <a:solidFill>
                <a:srgbClr val="10182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960304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2041330-46B7-486E-A979-451A474F7983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108204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01820"/>
                </a:solidFill>
              </a:defRPr>
            </a:pPr>
            <a:r>
              <a:rPr sz="2700" b="1">
                <a:solidFill>
                  <a:srgbClr val="101820"/>
                </a:solidFill>
              </a:rPr>
              <a:t>A 4-bit word can encode sixteen decimal values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B24A4DC-9D3F-47DA-9D6C-6BF22350708E}"/>
              </a:ext>
            </a:extLst>
          </p:cNvPr>
          <p:cNvSpPr>
            <a:spLocks noGrp="1"/>
          </p:cNvSpPr>
          <p:nvPr/>
        </p:nvSpPr>
        <p:spPr>
          <a:xfrm>
            <a:off x="685800" y="1257300"/>
            <a:ext cx="1028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2616B"/>
                </a:solidFill>
              </a:defRPr>
            </a:pPr>
            <a:r>
              <a:rPr sz="1275" b="0">
                <a:solidFill>
                  <a:srgbClr val="52616B"/>
                </a:solidFill>
              </a:rPr>
              <a:t>The task is to make the encoded value readable as a decimal result.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A70C534-711D-4025-AAB4-5773714289A5}"/>
              </a:ext>
            </a:extLst>
          </p:cNvPr>
          <p:cNvSpPr>
            <a:spLocks noGrp="1"/>
          </p:cNvSpPr>
          <p:nvPr/>
        </p:nvSpPr>
        <p:spPr>
          <a:xfrm>
            <a:off x="11144250" y="6457950"/>
            <a:ext cx="3619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52616B"/>
                </a:solidFill>
              </a:defRPr>
            </a:pPr>
            <a:r>
              <a:rPr sz="900" b="1">
                <a:solidFill>
                  <a:srgbClr val="52616B"/>
                </a:solidFill>
              </a:rPr>
              <a:t>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C219551-41F0-42A7-B0D5-9F59DBC2E794}"/>
              </a:ext>
            </a:extLst>
          </p:cNvPr>
          <p:cNvSpPr>
            <a:spLocks noGrp="1"/>
          </p:cNvSpPr>
          <p:nvPr/>
        </p:nvSpPr>
        <p:spPr>
          <a:xfrm>
            <a:off x="685800" y="2095500"/>
            <a:ext cx="342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67DB7"/>
                </a:solidFill>
              </a:defRPr>
            </a:pPr>
            <a:r>
              <a:rPr sz="1800" b="1">
                <a:solidFill>
                  <a:srgbClr val="167DB7"/>
                </a:solidFill>
              </a:rPr>
              <a:t>Problem statement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7ABEC91-D06F-4341-80D6-39DC1039248D}"/>
              </a:ext>
            </a:extLst>
          </p:cNvPr>
          <p:cNvSpPr>
            <a:spLocks noGrp="1"/>
          </p:cNvSpPr>
          <p:nvPr/>
        </p:nvSpPr>
        <p:spPr>
          <a:xfrm>
            <a:off x="876300" y="2571750"/>
            <a:ext cx="4572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285750" indent="-285750" algn="l">
              <a:buFont typeface="Wingdings" panose="05000000000000000000" pitchFamily="2" charset="2"/>
              <a:buChar char="v"/>
              <a:defRPr sz="1500" b="0">
                <a:solidFill>
                  <a:srgbClr val="101820"/>
                </a:solidFill>
              </a:defRPr>
            </a:pPr>
            <a:r>
              <a:rPr sz="1500" b="0" dirty="0">
                <a:solidFill>
                  <a:srgbClr val="101820"/>
                </a:solidFill>
              </a:rPr>
              <a:t>Four bits represent the integers 0 through 15.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F66CC12-1C1C-4A4E-9E1A-3634B0D9E6D2}"/>
              </a:ext>
            </a:extLst>
          </p:cNvPr>
          <p:cNvSpPr>
            <a:spLocks noGrp="1"/>
          </p:cNvSpPr>
          <p:nvPr/>
        </p:nvSpPr>
        <p:spPr>
          <a:xfrm>
            <a:off x="876300" y="3086100"/>
            <a:ext cx="4572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285750" indent="-285750" algn="l">
              <a:buFont typeface="Wingdings" panose="05000000000000000000" pitchFamily="2" charset="2"/>
              <a:buChar char="v"/>
              <a:defRPr sz="1500" b="0">
                <a:solidFill>
                  <a:srgbClr val="101820"/>
                </a:solidFill>
              </a:defRPr>
            </a:pPr>
            <a:r>
              <a:rPr sz="1500" b="0" dirty="0">
                <a:solidFill>
                  <a:srgbClr val="101820"/>
                </a:solidFill>
              </a:rPr>
              <a:t>The circuit translates A B C D into decimal-place signals.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219A9AC-3019-4570-8648-2AC2D4A78299}"/>
              </a:ext>
            </a:extLst>
          </p:cNvPr>
          <p:cNvSpPr>
            <a:spLocks noGrp="1"/>
          </p:cNvSpPr>
          <p:nvPr/>
        </p:nvSpPr>
        <p:spPr>
          <a:xfrm>
            <a:off x="876300" y="3600450"/>
            <a:ext cx="4572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285750" indent="-285750" algn="l">
              <a:buFont typeface="Wingdings" panose="05000000000000000000" pitchFamily="2" charset="2"/>
              <a:buChar char="v"/>
              <a:defRPr sz="1500" b="0">
                <a:solidFill>
                  <a:srgbClr val="101820"/>
                </a:solidFill>
              </a:defRPr>
            </a:pPr>
            <a:r>
              <a:rPr sz="1500" b="0" dirty="0">
                <a:solidFill>
                  <a:srgbClr val="101820"/>
                </a:solidFill>
              </a:rPr>
              <a:t>Boolean logic realizes every output directly from the inputs.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EEACF25-6652-4482-85B7-09D9C4DC16F3}"/>
              </a:ext>
            </a:extLst>
          </p:cNvPr>
          <p:cNvSpPr>
            <a:spLocks noGrp="1"/>
          </p:cNvSpPr>
          <p:nvPr/>
        </p:nvSpPr>
        <p:spPr>
          <a:xfrm>
            <a:off x="876300" y="4114800"/>
            <a:ext cx="4572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285750" indent="-285750" algn="l">
              <a:buFont typeface="Wingdings" panose="05000000000000000000" pitchFamily="2" charset="2"/>
              <a:buChar char="v"/>
              <a:defRPr sz="1500" b="0">
                <a:solidFill>
                  <a:srgbClr val="101820"/>
                </a:solidFill>
              </a:defRPr>
            </a:pPr>
            <a:r>
              <a:rPr sz="1500" b="0">
                <a:solidFill>
                  <a:srgbClr val="101820"/>
                </a:solidFill>
              </a:rPr>
              <a:t>Logisim is used to simulate and verify the design.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489B989-D68A-482A-A5B6-D2307F829842}"/>
              </a:ext>
            </a:extLst>
          </p:cNvPr>
          <p:cNvSpPr>
            <a:spLocks noGrp="1"/>
          </p:cNvSpPr>
          <p:nvPr/>
        </p:nvSpPr>
        <p:spPr>
          <a:xfrm>
            <a:off x="7010400" y="3105150"/>
            <a:ext cx="3333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75" b="1">
                <a:solidFill>
                  <a:srgbClr val="101820"/>
                </a:solidFill>
              </a:defRPr>
            </a:pPr>
            <a:endParaRPr sz="1875" b="1" dirty="0">
              <a:solidFill>
                <a:srgbClr val="101820"/>
              </a:solidFill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7C5AF39-6828-4A06-9F4C-F15AF3BBB848}"/>
              </a:ext>
            </a:extLst>
          </p:cNvPr>
          <p:cNvSpPr>
            <a:spLocks noGrp="1"/>
          </p:cNvSpPr>
          <p:nvPr/>
        </p:nvSpPr>
        <p:spPr>
          <a:xfrm>
            <a:off x="7010400" y="3444978"/>
            <a:ext cx="33337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3150" b="1">
                <a:solidFill>
                  <a:srgbClr val="167DB7"/>
                </a:solidFill>
              </a:defRPr>
            </a:pPr>
            <a:endParaRPr sz="3150" b="1" dirty="0">
              <a:solidFill>
                <a:srgbClr val="167DB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99765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67595AE-90BB-4985-83F2-177298300653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108204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01820"/>
                </a:solidFill>
              </a:defRPr>
            </a:pPr>
            <a:r>
              <a:rPr sz="2700" b="1">
                <a:solidFill>
                  <a:srgbClr val="101820"/>
                </a:solidFill>
              </a:rPr>
              <a:t>Inputs are decoded into tens and ones outputs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9B43B1C-5C17-4F00-81B8-ABCD21564E28}"/>
              </a:ext>
            </a:extLst>
          </p:cNvPr>
          <p:cNvSpPr>
            <a:spLocks noGrp="1"/>
          </p:cNvSpPr>
          <p:nvPr/>
        </p:nvSpPr>
        <p:spPr>
          <a:xfrm>
            <a:off x="685800" y="1257300"/>
            <a:ext cx="1028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2616B"/>
                </a:solidFill>
              </a:defRPr>
            </a:pPr>
            <a:r>
              <a:rPr sz="1275" b="0">
                <a:solidFill>
                  <a:srgbClr val="52616B"/>
                </a:solidFill>
              </a:rPr>
              <a:t>The working principle uses weighted binary terms and decimal display logic.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86655CF-890D-4512-9739-B4CF16D4AE38}"/>
              </a:ext>
            </a:extLst>
          </p:cNvPr>
          <p:cNvSpPr>
            <a:spLocks noGrp="1"/>
          </p:cNvSpPr>
          <p:nvPr/>
        </p:nvSpPr>
        <p:spPr>
          <a:xfrm>
            <a:off x="685800" y="209550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67DB7"/>
                </a:solidFill>
              </a:defRPr>
            </a:pPr>
            <a:r>
              <a:rPr sz="1800" b="1">
                <a:solidFill>
                  <a:srgbClr val="167DB7"/>
                </a:solidFill>
              </a:rPr>
              <a:t>Objectives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A02583F-94CC-469B-8B5D-08261A174187}"/>
              </a:ext>
            </a:extLst>
          </p:cNvPr>
          <p:cNvSpPr>
            <a:spLocks noGrp="1"/>
          </p:cNvSpPr>
          <p:nvPr/>
        </p:nvSpPr>
        <p:spPr>
          <a:xfrm>
            <a:off x="876300" y="2543175"/>
            <a:ext cx="4572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285750" indent="-285750" algn="l">
              <a:buFont typeface="Wingdings" panose="05000000000000000000" pitchFamily="2" charset="2"/>
              <a:buChar char="v"/>
              <a:defRPr sz="1500" b="0">
                <a:solidFill>
                  <a:srgbClr val="101820"/>
                </a:solidFill>
              </a:defRPr>
            </a:pPr>
            <a:r>
              <a:rPr sz="1500" b="0">
                <a:solidFill>
                  <a:srgbClr val="101820"/>
                </a:solidFill>
              </a:rPr>
              <a:t>Accept a 4-bit input A, B, C, D.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32B5DA7-B10D-4F24-B1D9-FC08A118E427}"/>
              </a:ext>
            </a:extLst>
          </p:cNvPr>
          <p:cNvSpPr>
            <a:spLocks noGrp="1"/>
          </p:cNvSpPr>
          <p:nvPr/>
        </p:nvSpPr>
        <p:spPr>
          <a:xfrm>
            <a:off x="876300" y="3048000"/>
            <a:ext cx="4572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285750" indent="-285750" algn="l">
              <a:buFont typeface="Wingdings" panose="05000000000000000000" pitchFamily="2" charset="2"/>
              <a:buChar char="v"/>
              <a:defRPr sz="1500" b="0">
                <a:solidFill>
                  <a:srgbClr val="101820"/>
                </a:solidFill>
              </a:defRPr>
            </a:pPr>
            <a:r>
              <a:rPr sz="1500" b="0">
                <a:solidFill>
                  <a:srgbClr val="101820"/>
                </a:solidFill>
              </a:rPr>
              <a:t>Generate its decimal equivalent (0–15).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960000A-AFB4-4801-BEA6-2A04875279FF}"/>
              </a:ext>
            </a:extLst>
          </p:cNvPr>
          <p:cNvSpPr>
            <a:spLocks noGrp="1"/>
          </p:cNvSpPr>
          <p:nvPr/>
        </p:nvSpPr>
        <p:spPr>
          <a:xfrm>
            <a:off x="876300" y="3552825"/>
            <a:ext cx="4572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285750" indent="-285750" algn="l">
              <a:buFont typeface="Wingdings" panose="05000000000000000000" pitchFamily="2" charset="2"/>
              <a:buChar char="v"/>
              <a:defRPr sz="1500" b="0">
                <a:solidFill>
                  <a:srgbClr val="101820"/>
                </a:solidFill>
              </a:defRPr>
            </a:pPr>
            <a:r>
              <a:rPr sz="1500" b="0" dirty="0">
                <a:solidFill>
                  <a:srgbClr val="101820"/>
                </a:solidFill>
              </a:rPr>
              <a:t>Implement expressions using logic gates.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F0B71F7-9A9F-4788-8067-7327EC7A0BDD}"/>
              </a:ext>
            </a:extLst>
          </p:cNvPr>
          <p:cNvSpPr>
            <a:spLocks noGrp="1"/>
          </p:cNvSpPr>
          <p:nvPr/>
        </p:nvSpPr>
        <p:spPr>
          <a:xfrm>
            <a:off x="876300" y="4057650"/>
            <a:ext cx="4572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285750" indent="-285750" algn="l">
              <a:buFont typeface="Wingdings" panose="05000000000000000000" pitchFamily="2" charset="2"/>
              <a:buChar char="v"/>
              <a:defRPr sz="1500" b="0">
                <a:solidFill>
                  <a:srgbClr val="101820"/>
                </a:solidFill>
              </a:defRPr>
            </a:pPr>
            <a:r>
              <a:rPr sz="1500" b="0">
                <a:solidFill>
                  <a:srgbClr val="101820"/>
                </a:solidFill>
              </a:rPr>
              <a:t>Verify combinations in Logisim.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DFEEC4D-5798-04A0-F8B6-FD9897D563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4619" y="1562100"/>
            <a:ext cx="6774426" cy="5021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753073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Rectangle 185">
            <a:extLst>
              <a:ext uri="{FF2B5EF4-FFF2-40B4-BE49-F238E27FC236}">
                <a16:creationId xmlns:a16="http://schemas.microsoft.com/office/drawing/2014/main" id="{534AFED7-4D60-4192-BEDB-D3ACF3F291BF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609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67DB7"/>
                </a:solidFill>
              </a:defRPr>
            </a:pPr>
            <a:endParaRPr sz="1200" b="1" dirty="0">
              <a:solidFill>
                <a:srgbClr val="167DB7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8580371-903C-4DF9-B07A-5042F5EB7D77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108204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01820"/>
                </a:solidFill>
              </a:defRPr>
            </a:pPr>
            <a:r>
              <a:rPr sz="2700" b="1">
                <a:solidFill>
                  <a:srgbClr val="101820"/>
                </a:solidFill>
              </a:rPr>
              <a:t>Truth table defines the output logic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647C34E-5F5D-4EB4-AC48-2214CBA1B064}"/>
              </a:ext>
            </a:extLst>
          </p:cNvPr>
          <p:cNvSpPr>
            <a:spLocks noGrp="1"/>
          </p:cNvSpPr>
          <p:nvPr/>
        </p:nvSpPr>
        <p:spPr>
          <a:xfrm>
            <a:off x="685800" y="1257300"/>
            <a:ext cx="1028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2616B"/>
                </a:solidFill>
              </a:defRPr>
            </a:pPr>
            <a:r>
              <a:rPr sz="1275" b="0">
                <a:solidFill>
                  <a:srgbClr val="52616B"/>
                </a:solidFill>
              </a:rPr>
              <a:t>The tens digit is active only for inputs 10–15; the ones digit follows the remaining value.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8ED335F-110F-438B-9D92-ACF8F79D8DDE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409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52616B"/>
                </a:solidFill>
              </a:defRPr>
            </a:pPr>
            <a:endParaRPr sz="900" b="0" dirty="0">
              <a:solidFill>
                <a:srgbClr val="52616B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151A5BB-7FFE-4FFC-88B1-D7052B080659}"/>
              </a:ext>
            </a:extLst>
          </p:cNvPr>
          <p:cNvSpPr>
            <a:spLocks noGrp="1"/>
          </p:cNvSpPr>
          <p:nvPr/>
        </p:nvSpPr>
        <p:spPr>
          <a:xfrm>
            <a:off x="11144250" y="6457950"/>
            <a:ext cx="3619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52616B"/>
                </a:solidFill>
              </a:defRPr>
            </a:pPr>
            <a:r>
              <a:rPr sz="900" b="1">
                <a:solidFill>
                  <a:srgbClr val="52616B"/>
                </a:solidFill>
              </a:rPr>
              <a:t>4</a:t>
            </a:r>
          </a:p>
        </p:txBody>
      </p:sp>
      <p:sp>
        <p:nvSpPr>
          <p:cNvPr id="182" name="Rectangle 181">
            <a:extLst>
              <a:ext uri="{FF2B5EF4-FFF2-40B4-BE49-F238E27FC236}">
                <a16:creationId xmlns:a16="http://schemas.microsoft.com/office/drawing/2014/main" id="{2B265FF9-A2ED-4576-8C6C-E21EDD90A32A}"/>
              </a:ext>
            </a:extLst>
          </p:cNvPr>
          <p:cNvSpPr>
            <a:spLocks noGrp="1"/>
          </p:cNvSpPr>
          <p:nvPr/>
        </p:nvSpPr>
        <p:spPr>
          <a:xfrm>
            <a:off x="5143500" y="3714750"/>
            <a:ext cx="533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173B4D"/>
                </a:solidFill>
              </a:defRPr>
            </a:pPr>
            <a:endParaRPr sz="1725" b="1" dirty="0">
              <a:solidFill>
                <a:srgbClr val="173B4D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41F351F-1A7E-AB82-EFBB-D11923D150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0826" y="1869358"/>
            <a:ext cx="6685935" cy="435363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3635144-268D-5106-D021-3D99A32887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8123" y="1899326"/>
            <a:ext cx="4143983" cy="4253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9480555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Rectangle 59">
            <a:extLst>
              <a:ext uri="{FF2B5EF4-FFF2-40B4-BE49-F238E27FC236}">
                <a16:creationId xmlns:a16="http://schemas.microsoft.com/office/drawing/2014/main" id="{420A2061-2CAF-4D76-BA61-902ABAE80BF8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609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67DB7"/>
                </a:solidFill>
              </a:defRPr>
            </a:pPr>
            <a:endParaRPr sz="1200" b="1" dirty="0">
              <a:solidFill>
                <a:srgbClr val="167DB7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DB71340-325C-4369-8EB0-A1A3F84B6047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108204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01820"/>
                </a:solidFill>
              </a:defRPr>
            </a:pPr>
            <a:r>
              <a:rPr sz="2700" b="1">
                <a:solidFill>
                  <a:srgbClr val="101820"/>
                </a:solidFill>
              </a:rPr>
              <a:t>Logisim-style circuit verifies representative conversions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D2E80A1-3C94-4169-A2FC-B08E35D38578}"/>
              </a:ext>
            </a:extLst>
          </p:cNvPr>
          <p:cNvSpPr>
            <a:spLocks noGrp="1"/>
          </p:cNvSpPr>
          <p:nvPr/>
        </p:nvSpPr>
        <p:spPr>
          <a:xfrm>
            <a:off x="685800" y="1257300"/>
            <a:ext cx="1028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2616B"/>
                </a:solidFill>
              </a:defRPr>
            </a:pPr>
            <a:r>
              <a:rPr sz="1275" b="0">
                <a:solidFill>
                  <a:srgbClr val="52616B"/>
                </a:solidFill>
              </a:rPr>
              <a:t>Each test vector produces the expected decimal result.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D22CED1-4F0E-4B7A-969F-005DC931417D}"/>
              </a:ext>
            </a:extLst>
          </p:cNvPr>
          <p:cNvSpPr>
            <a:spLocks noGrp="1"/>
          </p:cNvSpPr>
          <p:nvPr/>
        </p:nvSpPr>
        <p:spPr>
          <a:xfrm>
            <a:off x="11144250" y="6457950"/>
            <a:ext cx="3619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52616B"/>
                </a:solidFill>
              </a:defRPr>
            </a:pPr>
            <a:r>
              <a:rPr sz="900" b="1">
                <a:solidFill>
                  <a:srgbClr val="52616B"/>
                </a:solidFill>
              </a:rPr>
              <a:t>5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47C5BF6E-8BDD-4F0C-A1A0-5CB07DC4E4BD}"/>
              </a:ext>
            </a:extLst>
          </p:cNvPr>
          <p:cNvSpPr>
            <a:spLocks noGrp="1"/>
          </p:cNvSpPr>
          <p:nvPr/>
        </p:nvSpPr>
        <p:spPr>
          <a:xfrm>
            <a:off x="7905750" y="2143125"/>
            <a:ext cx="3143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67DB7"/>
                </a:solidFill>
              </a:defRPr>
            </a:pPr>
            <a:r>
              <a:rPr sz="1800" b="1">
                <a:solidFill>
                  <a:srgbClr val="167DB7"/>
                </a:solidFill>
              </a:rPr>
              <a:t>Simulation test cases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66AFDE76-B7C7-49E8-A857-21294B68CF63}"/>
              </a:ext>
            </a:extLst>
          </p:cNvPr>
          <p:cNvSpPr>
            <a:spLocks noGrp="1"/>
          </p:cNvSpPr>
          <p:nvPr/>
        </p:nvSpPr>
        <p:spPr>
          <a:xfrm>
            <a:off x="8115300" y="2790825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173B4D"/>
                </a:solidFill>
              </a:defRPr>
            </a:pPr>
            <a:r>
              <a:rPr sz="1575" b="1">
                <a:solidFill>
                  <a:srgbClr val="173B4D"/>
                </a:solidFill>
              </a:rPr>
              <a:t>0011₂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E42C9CD3-BC42-4E74-B02C-1169C6F01AF0}"/>
              </a:ext>
            </a:extLst>
          </p:cNvPr>
          <p:cNvSpPr>
            <a:spLocks noGrp="1"/>
          </p:cNvSpPr>
          <p:nvPr/>
        </p:nvSpPr>
        <p:spPr>
          <a:xfrm>
            <a:off x="9439275" y="2790825"/>
            <a:ext cx="342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75" b="1">
                <a:solidFill>
                  <a:srgbClr val="52616B"/>
                </a:solidFill>
              </a:defRPr>
            </a:pPr>
            <a:r>
              <a:rPr sz="1575" b="1">
                <a:solidFill>
                  <a:srgbClr val="52616B"/>
                </a:solidFill>
              </a:rPr>
              <a:t>→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E8E0080D-36A6-4181-A833-FF21F1014FF2}"/>
              </a:ext>
            </a:extLst>
          </p:cNvPr>
          <p:cNvSpPr>
            <a:spLocks noGrp="1"/>
          </p:cNvSpPr>
          <p:nvPr/>
        </p:nvSpPr>
        <p:spPr>
          <a:xfrm>
            <a:off x="9906000" y="2790825"/>
            <a:ext cx="1047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167DB7"/>
                </a:solidFill>
              </a:defRPr>
            </a:pPr>
            <a:r>
              <a:rPr sz="1575" b="1">
                <a:solidFill>
                  <a:srgbClr val="167DB7"/>
                </a:solidFill>
              </a:rPr>
              <a:t>3₁₀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DDC1871F-92F3-4780-9EBB-C0707156F721}"/>
              </a:ext>
            </a:extLst>
          </p:cNvPr>
          <p:cNvSpPr>
            <a:spLocks noGrp="1"/>
          </p:cNvSpPr>
          <p:nvPr/>
        </p:nvSpPr>
        <p:spPr>
          <a:xfrm>
            <a:off x="8115300" y="3438525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173B4D"/>
                </a:solidFill>
              </a:defRPr>
            </a:pPr>
            <a:r>
              <a:rPr sz="1575" b="1">
                <a:solidFill>
                  <a:srgbClr val="173B4D"/>
                </a:solidFill>
              </a:rPr>
              <a:t>0111₂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C5F049E6-1F3F-4453-950F-518CAE5D9642}"/>
              </a:ext>
            </a:extLst>
          </p:cNvPr>
          <p:cNvSpPr>
            <a:spLocks noGrp="1"/>
          </p:cNvSpPr>
          <p:nvPr/>
        </p:nvSpPr>
        <p:spPr>
          <a:xfrm>
            <a:off x="9439275" y="3438525"/>
            <a:ext cx="342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75" b="1">
                <a:solidFill>
                  <a:srgbClr val="52616B"/>
                </a:solidFill>
              </a:defRPr>
            </a:pPr>
            <a:r>
              <a:rPr sz="1575" b="1">
                <a:solidFill>
                  <a:srgbClr val="52616B"/>
                </a:solidFill>
              </a:rPr>
              <a:t>→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10ABF521-A47F-400B-9F6D-073E00748DBA}"/>
              </a:ext>
            </a:extLst>
          </p:cNvPr>
          <p:cNvSpPr>
            <a:spLocks noGrp="1"/>
          </p:cNvSpPr>
          <p:nvPr/>
        </p:nvSpPr>
        <p:spPr>
          <a:xfrm>
            <a:off x="9906000" y="3438525"/>
            <a:ext cx="1047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167DB7"/>
                </a:solidFill>
              </a:defRPr>
            </a:pPr>
            <a:r>
              <a:rPr sz="1575" b="1" dirty="0">
                <a:solidFill>
                  <a:srgbClr val="167DB7"/>
                </a:solidFill>
              </a:rPr>
              <a:t>7₁₀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0018DE55-E952-42D6-98FE-FC34019992BE}"/>
              </a:ext>
            </a:extLst>
          </p:cNvPr>
          <p:cNvSpPr>
            <a:spLocks noGrp="1"/>
          </p:cNvSpPr>
          <p:nvPr/>
        </p:nvSpPr>
        <p:spPr>
          <a:xfrm>
            <a:off x="8115300" y="4086225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173B4D"/>
                </a:solidFill>
              </a:defRPr>
            </a:pPr>
            <a:r>
              <a:rPr sz="1575" b="1">
                <a:solidFill>
                  <a:srgbClr val="173B4D"/>
                </a:solidFill>
              </a:rPr>
              <a:t>1010₂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64E5C7F7-11F9-4584-AABB-0C178B6E8BFC}"/>
              </a:ext>
            </a:extLst>
          </p:cNvPr>
          <p:cNvSpPr>
            <a:spLocks noGrp="1"/>
          </p:cNvSpPr>
          <p:nvPr/>
        </p:nvSpPr>
        <p:spPr>
          <a:xfrm>
            <a:off x="9439275" y="4086225"/>
            <a:ext cx="342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75" b="1">
                <a:solidFill>
                  <a:srgbClr val="52616B"/>
                </a:solidFill>
              </a:defRPr>
            </a:pPr>
            <a:r>
              <a:rPr sz="1575" b="1">
                <a:solidFill>
                  <a:srgbClr val="52616B"/>
                </a:solidFill>
              </a:rPr>
              <a:t>→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55E3997A-A03D-4214-840F-5DC08B1D99F9}"/>
              </a:ext>
            </a:extLst>
          </p:cNvPr>
          <p:cNvSpPr>
            <a:spLocks noGrp="1"/>
          </p:cNvSpPr>
          <p:nvPr/>
        </p:nvSpPr>
        <p:spPr>
          <a:xfrm>
            <a:off x="9906000" y="4086225"/>
            <a:ext cx="1047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167DB7"/>
                </a:solidFill>
              </a:defRPr>
            </a:pPr>
            <a:r>
              <a:rPr sz="1575" b="1">
                <a:solidFill>
                  <a:srgbClr val="167DB7"/>
                </a:solidFill>
              </a:rPr>
              <a:t>10₁₀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34710F08-C40E-4237-8F38-93E3CB9E05BE}"/>
              </a:ext>
            </a:extLst>
          </p:cNvPr>
          <p:cNvSpPr>
            <a:spLocks noGrp="1"/>
          </p:cNvSpPr>
          <p:nvPr/>
        </p:nvSpPr>
        <p:spPr>
          <a:xfrm>
            <a:off x="8115300" y="4733925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173B4D"/>
                </a:solidFill>
              </a:defRPr>
            </a:pPr>
            <a:r>
              <a:rPr sz="1575" b="1">
                <a:solidFill>
                  <a:srgbClr val="173B4D"/>
                </a:solidFill>
              </a:rPr>
              <a:t>1111₂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AE583B7C-D5E4-4076-983D-F7741D93F07A}"/>
              </a:ext>
            </a:extLst>
          </p:cNvPr>
          <p:cNvSpPr>
            <a:spLocks noGrp="1"/>
          </p:cNvSpPr>
          <p:nvPr/>
        </p:nvSpPr>
        <p:spPr>
          <a:xfrm>
            <a:off x="9439275" y="4733925"/>
            <a:ext cx="342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75" b="1">
                <a:solidFill>
                  <a:srgbClr val="52616B"/>
                </a:solidFill>
              </a:defRPr>
            </a:pPr>
            <a:r>
              <a:rPr sz="1575" b="1">
                <a:solidFill>
                  <a:srgbClr val="52616B"/>
                </a:solidFill>
              </a:rPr>
              <a:t>→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888EB8FC-62BE-4C16-8F24-81874A0B9913}"/>
              </a:ext>
            </a:extLst>
          </p:cNvPr>
          <p:cNvSpPr>
            <a:spLocks noGrp="1"/>
          </p:cNvSpPr>
          <p:nvPr/>
        </p:nvSpPr>
        <p:spPr>
          <a:xfrm>
            <a:off x="9906000" y="4733925"/>
            <a:ext cx="1047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167DB7"/>
                </a:solidFill>
              </a:defRPr>
            </a:pPr>
            <a:r>
              <a:rPr sz="1575" b="1">
                <a:solidFill>
                  <a:srgbClr val="167DB7"/>
                </a:solidFill>
              </a:rPr>
              <a:t>15₁₀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FF8E8FF0-3AE5-4462-AC54-074FE4CFA408}"/>
              </a:ext>
            </a:extLst>
          </p:cNvPr>
          <p:cNvSpPr>
            <a:spLocks noGrp="1"/>
          </p:cNvSpPr>
          <p:nvPr/>
        </p:nvSpPr>
        <p:spPr>
          <a:xfrm>
            <a:off x="7905750" y="5562600"/>
            <a:ext cx="33147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D9A6C"/>
                </a:solidFill>
              </a:defRPr>
            </a:pPr>
            <a:r>
              <a:rPr sz="1200" b="1">
                <a:solidFill>
                  <a:srgbClr val="1D9A6C"/>
                </a:solidFill>
              </a:rPr>
              <a:t>Outputs verified for all listed test cases.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B55CE0-303E-7B0A-E660-90D2ADE231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769" y="1609725"/>
            <a:ext cx="7223729" cy="4960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9995123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0FCBABFD-7E3B-406B-9129-C250AEA68E06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609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67DB7"/>
                </a:solidFill>
              </a:defRPr>
            </a:pPr>
            <a:endParaRPr sz="1200" b="1" dirty="0">
              <a:solidFill>
                <a:srgbClr val="167DB7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030D881-744A-4B0C-8470-E8BEAB1D58F5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108204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01820"/>
                </a:solidFill>
              </a:defRPr>
            </a:pPr>
            <a:r>
              <a:rPr sz="2700" b="1" dirty="0">
                <a:solidFill>
                  <a:srgbClr val="101820"/>
                </a:solidFill>
              </a:rPr>
              <a:t>The design connects Boolean theory to a working digital system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8A9E627-DF7C-4A54-B21A-973728DB5035}"/>
              </a:ext>
            </a:extLst>
          </p:cNvPr>
          <p:cNvSpPr>
            <a:spLocks noGrp="1"/>
          </p:cNvSpPr>
          <p:nvPr/>
        </p:nvSpPr>
        <p:spPr>
          <a:xfrm>
            <a:off x="685800" y="1257300"/>
            <a:ext cx="1028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2616B"/>
                </a:solidFill>
              </a:defRPr>
            </a:pPr>
            <a:r>
              <a:rPr sz="1275" b="0">
                <a:solidFill>
                  <a:srgbClr val="52616B"/>
                </a:solidFill>
              </a:rPr>
              <a:t>A compact 4-bit decoder demonstrates core DDCA Module 1 concepts.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C253F16-D671-40F6-8B6B-599BFB12A923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409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52616B"/>
                </a:solidFill>
              </a:defRPr>
            </a:pPr>
            <a:endParaRPr sz="900" b="0" dirty="0">
              <a:solidFill>
                <a:srgbClr val="52616B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F447D99-8B4E-4267-99E1-3330C5093B39}"/>
              </a:ext>
            </a:extLst>
          </p:cNvPr>
          <p:cNvSpPr>
            <a:spLocks noGrp="1"/>
          </p:cNvSpPr>
          <p:nvPr/>
        </p:nvSpPr>
        <p:spPr>
          <a:xfrm>
            <a:off x="11144250" y="6457950"/>
            <a:ext cx="3619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52616B"/>
                </a:solidFill>
              </a:defRPr>
            </a:pPr>
            <a:r>
              <a:rPr sz="900" b="1">
                <a:solidFill>
                  <a:srgbClr val="52616B"/>
                </a:solidFill>
              </a:rPr>
              <a:t>6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867621D-073A-4FB0-B83B-9474B80BB1A0}"/>
              </a:ext>
            </a:extLst>
          </p:cNvPr>
          <p:cNvSpPr>
            <a:spLocks noGrp="1"/>
          </p:cNvSpPr>
          <p:nvPr/>
        </p:nvSpPr>
        <p:spPr>
          <a:xfrm>
            <a:off x="685800" y="2114550"/>
            <a:ext cx="266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67DB7"/>
                </a:solidFill>
              </a:defRPr>
            </a:pPr>
            <a:r>
              <a:rPr sz="1800" b="1">
                <a:solidFill>
                  <a:srgbClr val="167DB7"/>
                </a:solidFill>
              </a:rPr>
              <a:t>Conclusion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5011CE3-0D91-4D7C-BFF0-2BCB3ADD0381}"/>
              </a:ext>
            </a:extLst>
          </p:cNvPr>
          <p:cNvSpPr>
            <a:spLocks noGrp="1"/>
          </p:cNvSpPr>
          <p:nvPr/>
        </p:nvSpPr>
        <p:spPr>
          <a:xfrm>
            <a:off x="876300" y="2619375"/>
            <a:ext cx="4572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285750" indent="-285750" algn="l">
              <a:buFont typeface="Wingdings" panose="05000000000000000000" pitchFamily="2" charset="2"/>
              <a:buChar char="v"/>
              <a:defRPr sz="1500" b="0">
                <a:solidFill>
                  <a:srgbClr val="101820"/>
                </a:solidFill>
              </a:defRPr>
            </a:pPr>
            <a:r>
              <a:rPr sz="1500" b="0">
                <a:solidFill>
                  <a:srgbClr val="101820"/>
                </a:solidFill>
              </a:rPr>
              <a:t>Designed a 4-bit binary-to-decimal conversion system.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3A00316-855C-4A68-8197-A7C408C123AE}"/>
              </a:ext>
            </a:extLst>
          </p:cNvPr>
          <p:cNvSpPr>
            <a:spLocks noGrp="1"/>
          </p:cNvSpPr>
          <p:nvPr/>
        </p:nvSpPr>
        <p:spPr>
          <a:xfrm>
            <a:off x="876300" y="3162300"/>
            <a:ext cx="4572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285750" indent="-285750" algn="l">
              <a:buFont typeface="Wingdings" panose="05000000000000000000" pitchFamily="2" charset="2"/>
              <a:buChar char="v"/>
              <a:defRPr sz="1500" b="0">
                <a:solidFill>
                  <a:srgbClr val="101820"/>
                </a:solidFill>
              </a:defRPr>
            </a:pPr>
            <a:r>
              <a:rPr sz="1500" b="0">
                <a:solidFill>
                  <a:srgbClr val="101820"/>
                </a:solidFill>
              </a:rPr>
              <a:t>Derived and implemented the required logic expressions.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B7E3BEF-EF4E-4B65-BB05-433C778B05BD}"/>
              </a:ext>
            </a:extLst>
          </p:cNvPr>
          <p:cNvSpPr>
            <a:spLocks noGrp="1"/>
          </p:cNvSpPr>
          <p:nvPr/>
        </p:nvSpPr>
        <p:spPr>
          <a:xfrm>
            <a:off x="876300" y="3705225"/>
            <a:ext cx="4572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285750" indent="-285750" algn="l">
              <a:buFont typeface="Wingdings" panose="05000000000000000000" pitchFamily="2" charset="2"/>
              <a:buChar char="v"/>
              <a:defRPr sz="1500" b="0">
                <a:solidFill>
                  <a:srgbClr val="101820"/>
                </a:solidFill>
              </a:defRPr>
            </a:pPr>
            <a:r>
              <a:rPr sz="1500" b="0" dirty="0">
                <a:solidFill>
                  <a:srgbClr val="101820"/>
                </a:solidFill>
              </a:rPr>
              <a:t>Tested representative input combinations in Logisim.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9527E75-32B8-4205-8A3A-AB7DF29FD1A8}"/>
              </a:ext>
            </a:extLst>
          </p:cNvPr>
          <p:cNvSpPr>
            <a:spLocks noGrp="1"/>
          </p:cNvSpPr>
          <p:nvPr/>
        </p:nvSpPr>
        <p:spPr>
          <a:xfrm>
            <a:off x="876300" y="4248150"/>
            <a:ext cx="4572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285750" indent="-285750" algn="l">
              <a:buFont typeface="Wingdings" panose="05000000000000000000" pitchFamily="2" charset="2"/>
              <a:buChar char="v"/>
              <a:defRPr sz="1500" b="0">
                <a:solidFill>
                  <a:srgbClr val="101820"/>
                </a:solidFill>
              </a:defRPr>
            </a:pPr>
            <a:r>
              <a:rPr sz="1500" b="0">
                <a:solidFill>
                  <a:srgbClr val="101820"/>
                </a:solidFill>
              </a:rPr>
              <a:t>Demonstrates practical use of DDCA Module 1 concepts.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4729CC8-EBC4-4227-B5A7-51896C771D49}"/>
              </a:ext>
            </a:extLst>
          </p:cNvPr>
          <p:cNvSpPr>
            <a:spLocks noGrp="1"/>
          </p:cNvSpPr>
          <p:nvPr/>
        </p:nvSpPr>
        <p:spPr>
          <a:xfrm>
            <a:off x="685800" y="5619750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173B4D"/>
                </a:solidFill>
              </a:defRPr>
            </a:pPr>
            <a:r>
              <a:rPr sz="1950" b="1">
                <a:solidFill>
                  <a:srgbClr val="173B4D"/>
                </a:solidFill>
              </a:rPr>
              <a:t>Thank you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8E5F7AE-7C92-C8E2-0D09-761F37E92999}"/>
              </a:ext>
            </a:extLst>
          </p:cNvPr>
          <p:cNvSpPr txBox="1"/>
          <p:nvPr/>
        </p:nvSpPr>
        <p:spPr>
          <a:xfrm>
            <a:off x="7833157" y="2008911"/>
            <a:ext cx="2012089" cy="101566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6000" dirty="0">
                <a:latin typeface="Arial Rounded MT Bold" panose="020F0704030504030204" pitchFamily="34" charset="0"/>
              </a:rPr>
              <a:t>0111</a:t>
            </a:r>
            <a:endParaRPr lang="en-IN" sz="6000" dirty="0">
              <a:latin typeface="Arial Rounded MT Bold" panose="020F070403050403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BD9AB49-1728-49E7-151C-F85348D0AA95}"/>
              </a:ext>
            </a:extLst>
          </p:cNvPr>
          <p:cNvSpPr txBox="1"/>
          <p:nvPr/>
        </p:nvSpPr>
        <p:spPr>
          <a:xfrm>
            <a:off x="8007881" y="3081109"/>
            <a:ext cx="16626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Decimal output</a:t>
            </a:r>
            <a:endParaRPr lang="en-IN" b="1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BC8238A-8CA7-FE0F-8758-1B3C2962AF30}"/>
              </a:ext>
            </a:extLst>
          </p:cNvPr>
          <p:cNvSpPr txBox="1"/>
          <p:nvPr/>
        </p:nvSpPr>
        <p:spPr>
          <a:xfrm>
            <a:off x="8442296" y="3176855"/>
            <a:ext cx="793807" cy="1323439"/>
          </a:xfrm>
          <a:prstGeom prst="rect">
            <a:avLst/>
          </a:prstGeom>
          <a:noFill/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txBody>
          <a:bodyPr wrap="none" rtlCol="0">
            <a:spAutoFit/>
          </a:bodyPr>
          <a:lstStyle/>
          <a:p>
            <a:r>
              <a:rPr lang="en-US" sz="8000" dirty="0">
                <a:solidFill>
                  <a:schemeClr val="accent1"/>
                </a:solidFill>
                <a:latin typeface="Arial Rounded MT Bold" panose="020F0704030504030204" pitchFamily="34" charset="0"/>
              </a:rPr>
              <a:t>7</a:t>
            </a:r>
            <a:endParaRPr lang="en-IN" sz="8000" dirty="0">
              <a:solidFill>
                <a:schemeClr val="accent1"/>
              </a:solidFill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7586579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57</TotalTime>
  <Words>280</Words>
  <Application>Microsoft Office PowerPoint</Application>
  <DocSecurity>0</DocSecurity>
  <PresentationFormat>Widescreen</PresentationFormat>
  <Paragraphs>60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Aptos</vt:lpstr>
      <vt:lpstr>Aptos Display</vt:lpstr>
      <vt:lpstr>Arial</vt:lpstr>
      <vt:lpstr>Arial Rounded MT Bold</vt:lpstr>
      <vt:lpstr>Calibri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Maddhika Harshitha Reddy</cp:lastModifiedBy>
  <cp:revision>1</cp:revision>
  <dcterms:created xsi:type="dcterms:W3CDTF">2026-09-02T14:46:28Z</dcterms:created>
  <dcterms:modified xsi:type="dcterms:W3CDTF">2026-09-09T05:17:35Z</dcterms:modified>
</cp:coreProperties>
</file>